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9144000"/>
  <p:embeddedFontLst>
    <p:embeddedFont>
      <p:font typeface="Gill Sans" panose="020B0604020202020204" charset="0"/>
      <p:regular r:id="rId80"/>
      <p:bold r:id="rId81"/>
    </p:embeddedFont>
    <p:embeddedFont>
      <p:font typeface="Impact" panose="020B0806030902050204" pitchFamily="34" charset="0"/>
      <p:regular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DC11B2-FF4E-5EA1-A436-BD8451769ED9}" v="1" dt="2025-03-21T15:53:50.475"/>
    <p1510:client id="{C2FCF9A5-26C5-F2B1-A6ED-BA3E9A01C2D1}" v="5" dt="2025-03-21T15:59:08.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1.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2.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ez, Gerardo Martin" userId="S::b060018@servexternos.santandertecnologia.com.ar::bacf999d-7c84-4a72-85b7-672b44956804" providerId="AD" clId="Web-{22DC11B2-FF4E-5EA1-A436-BD8451769ED9}"/>
    <pc:docChg chg="mod modSld">
      <pc:chgData name="Gonzalez, Gerardo Martin" userId="S::b060018@servexternos.santandertecnologia.com.ar::bacf999d-7c84-4a72-85b7-672b44956804" providerId="AD" clId="Web-{22DC11B2-FF4E-5EA1-A436-BD8451769ED9}" dt="2025-03-21T15:53:50.475" v="1"/>
      <pc:docMkLst>
        <pc:docMk/>
      </pc:docMkLst>
      <pc:sldChg chg="delSp">
        <pc:chgData name="Gonzalez, Gerardo Martin" userId="S::b060018@servexternos.santandertecnologia.com.ar::bacf999d-7c84-4a72-85b7-672b44956804" providerId="AD" clId="Web-{22DC11B2-FF4E-5EA1-A436-BD8451769ED9}" dt="2025-03-21T15:53:50.475" v="1"/>
        <pc:sldMkLst>
          <pc:docMk/>
          <pc:sldMk cId="0" sldId="256"/>
        </pc:sldMkLst>
        <pc:picChg chg="del">
          <ac:chgData name="Gonzalez, Gerardo Martin" userId="S::b060018@servexternos.santandertecnologia.com.ar::bacf999d-7c84-4a72-85b7-672b44956804" providerId="AD" clId="Web-{22DC11B2-FF4E-5EA1-A436-BD8451769ED9}" dt="2025-03-21T15:53:50.475" v="1"/>
          <ac:picMkLst>
            <pc:docMk/>
            <pc:sldMk cId="0" sldId="256"/>
            <ac:picMk id="97" creationId="{00000000-0000-0000-0000-000000000000}"/>
          </ac:picMkLst>
        </pc:picChg>
      </pc:sldChg>
    </pc:docChg>
  </pc:docChgLst>
  <pc:docChgLst>
    <pc:chgData name="Gonzalez, Gerardo Martin" userId="S::b060018@servexternos.santandertecnologia.com.ar::bacf999d-7c84-4a72-85b7-672b44956804" providerId="AD" clId="Web-{C2FCF9A5-26C5-F2B1-A6ED-BA3E9A01C2D1}"/>
    <pc:docChg chg="modSld">
      <pc:chgData name="Gonzalez, Gerardo Martin" userId="S::b060018@servexternos.santandertecnologia.com.ar::bacf999d-7c84-4a72-85b7-672b44956804" providerId="AD" clId="Web-{C2FCF9A5-26C5-F2B1-A6ED-BA3E9A01C2D1}" dt="2025-03-21T15:59:08.488" v="2"/>
      <pc:docMkLst>
        <pc:docMk/>
      </pc:docMkLst>
      <pc:sldChg chg="delSp modSp">
        <pc:chgData name="Gonzalez, Gerardo Martin" userId="S::b060018@servexternos.santandertecnologia.com.ar::bacf999d-7c84-4a72-85b7-672b44956804" providerId="AD" clId="Web-{C2FCF9A5-26C5-F2B1-A6ED-BA3E9A01C2D1}" dt="2025-03-21T15:59:08.488" v="2"/>
        <pc:sldMkLst>
          <pc:docMk/>
          <pc:sldMk cId="0" sldId="256"/>
        </pc:sldMkLst>
        <pc:spChg chg="del mod">
          <ac:chgData name="Gonzalez, Gerardo Martin" userId="S::b060018@servexternos.santandertecnologia.com.ar::bacf999d-7c84-4a72-85b7-672b44956804" providerId="AD" clId="Web-{C2FCF9A5-26C5-F2B1-A6ED-BA3E9A01C2D1}" dt="2025-03-21T15:59:08.488" v="2"/>
          <ac:spMkLst>
            <pc:docMk/>
            <pc:sldMk cId="0" sldId="256"/>
            <ac:spMk id="9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7488d4392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g27488d43929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02ffc8f45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202ffc8f459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02ffc8f459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202ffc8f459_0_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02ffc8f45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g202ffc8f459_0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02ffc8f459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202ffc8f459_0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02ffc8f459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202ffc8f459_0_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0dac5c1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20dac5c102a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03045a8b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203045a8b24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03045a8b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03045a8b2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03045a8b2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203045a8b24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03045a8b2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203045a8b24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03045a8b2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203045a8b24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02ffc8f459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202ffc8f459_0_1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02ffc8f459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202ffc8f459_0_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02ffc8f45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202ffc8f459_0_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02ffc8f45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202ffc8f459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02ffc8f459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02ffc8f459_0_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02ffc8f45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202ffc8f459_0_1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02ffc8f45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g202ffc8f459_0_1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02ffc8f459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202ffc8f459_0_1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02ffc8f45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202ffc8f459_0_1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02ffc8f459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202ffc8f459_0_16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02ffc8f459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202ffc8f459_0_1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02ffc8f459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202ffc8f459_0_1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02ffc8f459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g202ffc8f459_0_18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03045a8b2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g203045a8b24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dfa2245971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2dfa2245971_1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fa2245971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2dfa2245971_1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dfa2245971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g2dfa2245971_1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dfa224597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g2dfa2245971_1_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dfa2245971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2dfa2245971_1_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dfa2245971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2dfa2245971_1_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dfa2245971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2dfa2245971_1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dfa2245971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2dfa2245971_1_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dfa2245971_1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g2dfa2245971_1_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fa2245971_1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g2dfa2245971_1_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dfa2245971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g2dfa2245971_1_1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dfa2245971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2dfa2245971_1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dfa2245971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g2dfa2245971_1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030d22f6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g2030d22f61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030d22f61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g2030d22f615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030d22f61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g2030d22f615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030d22f61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g2030d22f615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0dad39250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g20dad392503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0dad39250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g20dad392503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030d22f615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g2030d22f615_0_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030d22f61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8" name="Google Shape;398;g2030d22f615_0_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030d22f615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g2030d22f615_0_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030d22f61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g2030d22f615_0_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030d22f61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g2030d22f615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030d22f61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g2030d22f615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030d22f61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g2030d22f615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030d22f615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g2030d22f615_0_8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030d22f61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g2030d22f615_0_9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030d22f6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g2030d22f615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030d22f61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2030d22f615_0_1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030d22f615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g2030d22f615_0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dfa2245971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g2dfa2245971_1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dfa2245971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g2dfa2245971_1_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dfa2245971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g2dfa2245971_1_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fa2245971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g2dfa2245971_1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030d22f615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g2030d22f615_0_1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030d22f61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g2030d22f615_0_1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030d22f615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5" name="Google Shape;505;g2030d22f615_0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030d22f61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1" name="Google Shape;511;g2030d22f615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030d22f615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8" name="Google Shape;518;g2030d22f615_1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030d22f615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g2030d22f615_1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2030d22f615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0" name="Google Shape;530;g2030d22f615_1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030d22f615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g2030d22f615_1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030d22f615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g2030d22f615_1_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2030d22f615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8" name="Google Shape;548;g2030d22f615_1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030d22f615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g2030d22f615_1_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2030d22f615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g2030d22f615_1_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0dad39250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g20dad392503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bg>
      <p:bgPr>
        <a:solidFill>
          <a:schemeClr val="accent1"/>
        </a:solidFill>
        <a:effectLst/>
      </p:bgPr>
    </p:bg>
    <p:spTree>
      <p:nvGrpSpPr>
        <p:cNvPr id="1" name="Shape 13"/>
        <p:cNvGrpSpPr/>
        <p:nvPr/>
      </p:nvGrpSpPr>
      <p:grpSpPr>
        <a:xfrm>
          <a:off x="0" y="0"/>
          <a:ext cx="0" cy="0"/>
          <a:chOff x="0" y="0"/>
          <a:chExt cx="0" cy="0"/>
        </a:xfrm>
      </p:grpSpPr>
      <p:sp>
        <p:nvSpPr>
          <p:cNvPr id="14" name="Google Shape;14;p2" title="scalloped circle"/>
          <p:cNvSpPr/>
          <p:nvPr/>
        </p:nvSpPr>
        <p:spPr>
          <a:xfrm>
            <a:off x="3557016" y="630936"/>
            <a:ext cx="5235575" cy="5229225"/>
          </a:xfrm>
          <a:custGeom>
            <a:avLst/>
            <a:gdLst/>
            <a:ahLst/>
            <a:cxnLst/>
            <a:rect l="l" t="t" r="r" b="b"/>
            <a:pathLst>
              <a:path w="3298" h="3294" extrusionOk="0">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5" name="Google Shape;15;p2"/>
          <p:cNvSpPr txBox="1">
            <a:spLocks noGrp="1"/>
          </p:cNvSpPr>
          <p:nvPr>
            <p:ph type="ctrTitle"/>
          </p:nvPr>
        </p:nvSpPr>
        <p:spPr>
          <a:xfrm>
            <a:off x="1078523" y="1098388"/>
            <a:ext cx="10318418" cy="43949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2"/>
              </a:buClr>
              <a:buSzPts val="10000"/>
              <a:buFont typeface="Impact"/>
              <a:buNone/>
              <a:defRPr sz="10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2215045" y="5979196"/>
            <a:ext cx="8045373" cy="742279"/>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700"/>
              </a:spcBef>
              <a:spcAft>
                <a:spcPts val="0"/>
              </a:spcAft>
              <a:buSzPts val="2000"/>
              <a:buNone/>
              <a:defRPr sz="2000" b="1" i="0" cap="none">
                <a:solidFill>
                  <a:schemeClr val="dk2"/>
                </a:solidFill>
              </a:defRPr>
            </a:lvl1pPr>
            <a:lvl2pPr lvl="1" algn="ctr">
              <a:lnSpc>
                <a:spcPct val="110000"/>
              </a:lnSpc>
              <a:spcBef>
                <a:spcPts val="700"/>
              </a:spcBef>
              <a:spcAft>
                <a:spcPts val="0"/>
              </a:spcAft>
              <a:buSzPts val="2000"/>
              <a:buNone/>
              <a:defRPr sz="2000"/>
            </a:lvl2pPr>
            <a:lvl3pPr lvl="2" algn="ctr">
              <a:lnSpc>
                <a:spcPct val="110000"/>
              </a:lnSpc>
              <a:spcBef>
                <a:spcPts val="700"/>
              </a:spcBef>
              <a:spcAft>
                <a:spcPts val="0"/>
              </a:spcAft>
              <a:buSzPts val="1800"/>
              <a:buNone/>
              <a:defRPr sz="1800"/>
            </a:lvl3pPr>
            <a:lvl4pPr lvl="3" algn="ctr">
              <a:lnSpc>
                <a:spcPct val="110000"/>
              </a:lnSpc>
              <a:spcBef>
                <a:spcPts val="700"/>
              </a:spcBef>
              <a:spcAft>
                <a:spcPts val="0"/>
              </a:spcAft>
              <a:buSzPts val="1600"/>
              <a:buNone/>
              <a:defRPr sz="1600"/>
            </a:lvl4pPr>
            <a:lvl5pPr lvl="4" algn="ctr">
              <a:lnSpc>
                <a:spcPct val="110000"/>
              </a:lnSpc>
              <a:spcBef>
                <a:spcPts val="700"/>
              </a:spcBef>
              <a:spcAft>
                <a:spcPts val="0"/>
              </a:spcAft>
              <a:buSzPts val="1600"/>
              <a:buNone/>
              <a:defRPr sz="1600"/>
            </a:lvl5pPr>
            <a:lvl6pPr lvl="5" algn="ctr">
              <a:lnSpc>
                <a:spcPct val="110000"/>
              </a:lnSpc>
              <a:spcBef>
                <a:spcPts val="700"/>
              </a:spcBef>
              <a:spcAft>
                <a:spcPts val="0"/>
              </a:spcAft>
              <a:buSzPts val="1600"/>
              <a:buNone/>
              <a:defRPr sz="1600"/>
            </a:lvl6pPr>
            <a:lvl7pPr lvl="6" algn="ctr">
              <a:lnSpc>
                <a:spcPct val="110000"/>
              </a:lnSpc>
              <a:spcBef>
                <a:spcPts val="700"/>
              </a:spcBef>
              <a:spcAft>
                <a:spcPts val="0"/>
              </a:spcAft>
              <a:buSzPts val="1600"/>
              <a:buNone/>
              <a:defRPr sz="1600"/>
            </a:lvl7pPr>
            <a:lvl8pPr lvl="7" algn="ctr">
              <a:lnSpc>
                <a:spcPct val="110000"/>
              </a:lnSpc>
              <a:spcBef>
                <a:spcPts val="700"/>
              </a:spcBef>
              <a:spcAft>
                <a:spcPts val="0"/>
              </a:spcAft>
              <a:buSzPts val="1600"/>
              <a:buNone/>
              <a:defRPr sz="1600"/>
            </a:lvl8pPr>
            <a:lvl9pPr lvl="8" algn="ctr">
              <a:lnSpc>
                <a:spcPct val="110000"/>
              </a:lnSpc>
              <a:spcBef>
                <a:spcPts val="700"/>
              </a:spcBef>
              <a:spcAft>
                <a:spcPts val="0"/>
              </a:spcAft>
              <a:buSzPts val="1600"/>
              <a:buNone/>
              <a:defRPr sz="1600"/>
            </a:lvl9pPr>
          </a:lstStyle>
          <a:p>
            <a:endParaRPr/>
          </a:p>
        </p:txBody>
      </p:sp>
      <p:sp>
        <p:nvSpPr>
          <p:cNvPr id="17" name="Google Shape;17;p2"/>
          <p:cNvSpPr txBox="1">
            <a:spLocks noGrp="1"/>
          </p:cNvSpPr>
          <p:nvPr>
            <p:ph type="dt" idx="10"/>
          </p:nvPr>
        </p:nvSpPr>
        <p:spPr>
          <a:xfrm>
            <a:off x="1078523"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4180332"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9067218" y="6375679"/>
            <a:ext cx="2329723"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95E04"/>
                </a:solidFill>
                <a:latin typeface="Gill Sans"/>
                <a:ea typeface="Gill Sans"/>
                <a:cs typeface="Gill Sans"/>
                <a:sym typeface="Gill Sans"/>
              </a:defRPr>
            </a:lvl1pPr>
            <a:lvl2pPr marL="0" lvl="1" indent="0" algn="r">
              <a:spcBef>
                <a:spcPts val="0"/>
              </a:spcBef>
              <a:buNone/>
              <a:defRPr sz="1200" b="0" i="0" u="none" strike="noStrike" cap="none">
                <a:solidFill>
                  <a:srgbClr val="895E04"/>
                </a:solidFill>
                <a:latin typeface="Gill Sans"/>
                <a:ea typeface="Gill Sans"/>
                <a:cs typeface="Gill Sans"/>
                <a:sym typeface="Gill Sans"/>
              </a:defRPr>
            </a:lvl2pPr>
            <a:lvl3pPr marL="0" lvl="2" indent="0" algn="r">
              <a:spcBef>
                <a:spcPts val="0"/>
              </a:spcBef>
              <a:buNone/>
              <a:defRPr sz="1200" b="0" i="0" u="none" strike="noStrike" cap="none">
                <a:solidFill>
                  <a:srgbClr val="895E04"/>
                </a:solidFill>
                <a:latin typeface="Gill Sans"/>
                <a:ea typeface="Gill Sans"/>
                <a:cs typeface="Gill Sans"/>
                <a:sym typeface="Gill Sans"/>
              </a:defRPr>
            </a:lvl3pPr>
            <a:lvl4pPr marL="0" lvl="3" indent="0" algn="r">
              <a:spcBef>
                <a:spcPts val="0"/>
              </a:spcBef>
              <a:buNone/>
              <a:defRPr sz="1200" b="0" i="0" u="none" strike="noStrike" cap="none">
                <a:solidFill>
                  <a:srgbClr val="895E04"/>
                </a:solidFill>
                <a:latin typeface="Gill Sans"/>
                <a:ea typeface="Gill Sans"/>
                <a:cs typeface="Gill Sans"/>
                <a:sym typeface="Gill Sans"/>
              </a:defRPr>
            </a:lvl4pPr>
            <a:lvl5pPr marL="0" lvl="4" indent="0" algn="r">
              <a:spcBef>
                <a:spcPts val="0"/>
              </a:spcBef>
              <a:buNone/>
              <a:defRPr sz="1200" b="0" i="0" u="none" strike="noStrike" cap="none">
                <a:solidFill>
                  <a:srgbClr val="895E04"/>
                </a:solidFill>
                <a:latin typeface="Gill Sans"/>
                <a:ea typeface="Gill Sans"/>
                <a:cs typeface="Gill Sans"/>
                <a:sym typeface="Gill Sans"/>
              </a:defRPr>
            </a:lvl5pPr>
            <a:lvl6pPr marL="0" lvl="5" indent="0" algn="r">
              <a:spcBef>
                <a:spcPts val="0"/>
              </a:spcBef>
              <a:buNone/>
              <a:defRPr sz="1200" b="0" i="0" u="none" strike="noStrike" cap="none">
                <a:solidFill>
                  <a:srgbClr val="895E04"/>
                </a:solidFill>
                <a:latin typeface="Gill Sans"/>
                <a:ea typeface="Gill Sans"/>
                <a:cs typeface="Gill Sans"/>
                <a:sym typeface="Gill Sans"/>
              </a:defRPr>
            </a:lvl6pPr>
            <a:lvl7pPr marL="0" lvl="6" indent="0" algn="r">
              <a:spcBef>
                <a:spcPts val="0"/>
              </a:spcBef>
              <a:buNone/>
              <a:defRPr sz="1200" b="0" i="0" u="none" strike="noStrike" cap="none">
                <a:solidFill>
                  <a:srgbClr val="895E04"/>
                </a:solidFill>
                <a:latin typeface="Gill Sans"/>
                <a:ea typeface="Gill Sans"/>
                <a:cs typeface="Gill Sans"/>
                <a:sym typeface="Gill Sans"/>
              </a:defRPr>
            </a:lvl7pPr>
            <a:lvl8pPr marL="0" lvl="7" indent="0" algn="r">
              <a:spcBef>
                <a:spcPts val="0"/>
              </a:spcBef>
              <a:buNone/>
              <a:defRPr sz="1200" b="0" i="0" u="none" strike="noStrike" cap="none">
                <a:solidFill>
                  <a:srgbClr val="895E04"/>
                </a:solidFill>
                <a:latin typeface="Gill Sans"/>
                <a:ea typeface="Gill Sans"/>
                <a:cs typeface="Gill Sans"/>
                <a:sym typeface="Gill Sans"/>
              </a:defRPr>
            </a:lvl8pPr>
            <a:lvl9pPr marL="0" lvl="8" indent="0" algn="r">
              <a:spcBef>
                <a:spcPts val="0"/>
              </a:spcBef>
              <a:buNone/>
              <a:defRPr sz="1200" b="0" i="0" u="none" strike="noStrike" cap="none">
                <a:solidFill>
                  <a:srgbClr val="895E04"/>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20" name="Google Shape;20;p2" title="left edge border"/>
          <p:cNvSpPr/>
          <p:nvPr/>
        </p:nvSpPr>
        <p:spPr>
          <a:xfrm>
            <a:off x="0" y="0"/>
            <a:ext cx="283464"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24" name="Google Shape;24;p3"/>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bg>
      <p:bgPr>
        <a:solidFill>
          <a:schemeClr val="dk2"/>
        </a:solidFill>
        <a:effectLst/>
      </p:bgPr>
    </p:bg>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3242929" y="1073888"/>
            <a:ext cx="8187071" cy="40646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8400"/>
              <a:buFont typeface="Impact"/>
              <a:buNone/>
              <a:defRPr sz="84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3242930" y="5159781"/>
            <a:ext cx="7017488" cy="95113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700"/>
              </a:spcBef>
              <a:spcAft>
                <a:spcPts val="0"/>
              </a:spcAft>
              <a:buSzPts val="2000"/>
              <a:buNone/>
              <a:defRPr sz="2000" b="1" i="0" cap="none">
                <a:solidFill>
                  <a:schemeClr val="accent1"/>
                </a:solidFill>
              </a:defRPr>
            </a:lvl1pPr>
            <a:lvl2pPr marL="914400" lvl="1" indent="-228600" algn="l">
              <a:lnSpc>
                <a:spcPct val="110000"/>
              </a:lnSpc>
              <a:spcBef>
                <a:spcPts val="700"/>
              </a:spcBef>
              <a:spcAft>
                <a:spcPts val="0"/>
              </a:spcAft>
              <a:buSzPts val="2000"/>
              <a:buNone/>
              <a:defRPr sz="2000">
                <a:solidFill>
                  <a:schemeClr val="lt1"/>
                </a:solidFill>
              </a:defRPr>
            </a:lvl2pPr>
            <a:lvl3pPr marL="1371600" lvl="2" indent="-228600" algn="l">
              <a:lnSpc>
                <a:spcPct val="110000"/>
              </a:lnSpc>
              <a:spcBef>
                <a:spcPts val="700"/>
              </a:spcBef>
              <a:spcAft>
                <a:spcPts val="0"/>
              </a:spcAft>
              <a:buSzPts val="1800"/>
              <a:buNone/>
              <a:defRPr sz="1800">
                <a:solidFill>
                  <a:schemeClr val="lt1"/>
                </a:solidFill>
              </a:defRPr>
            </a:lvl3pPr>
            <a:lvl4pPr marL="1828800" lvl="3" indent="-228600" algn="l">
              <a:lnSpc>
                <a:spcPct val="110000"/>
              </a:lnSpc>
              <a:spcBef>
                <a:spcPts val="700"/>
              </a:spcBef>
              <a:spcAft>
                <a:spcPts val="0"/>
              </a:spcAft>
              <a:buSzPts val="1600"/>
              <a:buNone/>
              <a:defRPr sz="1600">
                <a:solidFill>
                  <a:schemeClr val="lt1"/>
                </a:solidFill>
              </a:defRPr>
            </a:lvl4pPr>
            <a:lvl5pPr marL="2286000" lvl="4" indent="-228600" algn="l">
              <a:lnSpc>
                <a:spcPct val="110000"/>
              </a:lnSpc>
              <a:spcBef>
                <a:spcPts val="700"/>
              </a:spcBef>
              <a:spcAft>
                <a:spcPts val="0"/>
              </a:spcAft>
              <a:buSzPts val="1600"/>
              <a:buNone/>
              <a:defRPr sz="1600">
                <a:solidFill>
                  <a:schemeClr val="lt1"/>
                </a:solidFill>
              </a:defRPr>
            </a:lvl5pPr>
            <a:lvl6pPr marL="2743200" lvl="5" indent="-228600" algn="l">
              <a:lnSpc>
                <a:spcPct val="110000"/>
              </a:lnSpc>
              <a:spcBef>
                <a:spcPts val="700"/>
              </a:spcBef>
              <a:spcAft>
                <a:spcPts val="0"/>
              </a:spcAft>
              <a:buSzPts val="1600"/>
              <a:buNone/>
              <a:defRPr sz="1600">
                <a:solidFill>
                  <a:schemeClr val="lt1"/>
                </a:solidFill>
              </a:defRPr>
            </a:lvl6pPr>
            <a:lvl7pPr marL="3200400" lvl="6" indent="-228600" algn="l">
              <a:lnSpc>
                <a:spcPct val="110000"/>
              </a:lnSpc>
              <a:spcBef>
                <a:spcPts val="700"/>
              </a:spcBef>
              <a:spcAft>
                <a:spcPts val="0"/>
              </a:spcAft>
              <a:buSzPts val="1600"/>
              <a:buNone/>
              <a:defRPr sz="1600">
                <a:solidFill>
                  <a:schemeClr val="lt1"/>
                </a:solidFill>
              </a:defRPr>
            </a:lvl7pPr>
            <a:lvl8pPr marL="3657600" lvl="7" indent="-228600" algn="l">
              <a:lnSpc>
                <a:spcPct val="110000"/>
              </a:lnSpc>
              <a:spcBef>
                <a:spcPts val="700"/>
              </a:spcBef>
              <a:spcAft>
                <a:spcPts val="0"/>
              </a:spcAft>
              <a:buSzPts val="1600"/>
              <a:buNone/>
              <a:defRPr sz="1600">
                <a:solidFill>
                  <a:schemeClr val="lt1"/>
                </a:solidFill>
              </a:defRPr>
            </a:lvl8pPr>
            <a:lvl9pPr marL="4114800" lvl="8" indent="-228600" algn="l">
              <a:lnSpc>
                <a:spcPct val="110000"/>
              </a:lnSpc>
              <a:spcBef>
                <a:spcPts val="700"/>
              </a:spcBef>
              <a:spcAft>
                <a:spcPts val="0"/>
              </a:spcAft>
              <a:buSzPts val="1600"/>
              <a:buNone/>
              <a:defRPr sz="1600">
                <a:solidFill>
                  <a:schemeClr val="lt1"/>
                </a:solidFill>
              </a:defRPr>
            </a:lvl9pPr>
          </a:lstStyle>
          <a:p>
            <a:endParaRPr/>
          </a:p>
        </p:txBody>
      </p:sp>
      <p:sp>
        <p:nvSpPr>
          <p:cNvPr id="30" name="Google Shape;30;p4"/>
          <p:cNvSpPr txBox="1">
            <a:spLocks noGrp="1"/>
          </p:cNvSpPr>
          <p:nvPr>
            <p:ph type="dt" idx="10"/>
          </p:nvPr>
        </p:nvSpPr>
        <p:spPr>
          <a:xfrm>
            <a:off x="3236546" y="6375679"/>
            <a:ext cx="1493947"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5279064"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9942434" y="6375679"/>
            <a:ext cx="1487566"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Gill Sans"/>
                <a:ea typeface="Gill Sans"/>
                <a:cs typeface="Gill Sans"/>
                <a:sym typeface="Gill Sans"/>
              </a:defRPr>
            </a:lvl1pPr>
            <a:lvl2pPr marL="0" lvl="1" indent="0" algn="r">
              <a:spcBef>
                <a:spcPts val="0"/>
              </a:spcBef>
              <a:buNone/>
              <a:defRPr sz="1200">
                <a:solidFill>
                  <a:schemeClr val="lt2"/>
                </a:solidFill>
                <a:latin typeface="Gill Sans"/>
                <a:ea typeface="Gill Sans"/>
                <a:cs typeface="Gill Sans"/>
                <a:sym typeface="Gill Sans"/>
              </a:defRPr>
            </a:lvl2pPr>
            <a:lvl3pPr marL="0" lvl="2" indent="0" algn="r">
              <a:spcBef>
                <a:spcPts val="0"/>
              </a:spcBef>
              <a:buNone/>
              <a:defRPr sz="1200">
                <a:solidFill>
                  <a:schemeClr val="lt2"/>
                </a:solidFill>
                <a:latin typeface="Gill Sans"/>
                <a:ea typeface="Gill Sans"/>
                <a:cs typeface="Gill Sans"/>
                <a:sym typeface="Gill Sans"/>
              </a:defRPr>
            </a:lvl3pPr>
            <a:lvl4pPr marL="0" lvl="3" indent="0" algn="r">
              <a:spcBef>
                <a:spcPts val="0"/>
              </a:spcBef>
              <a:buNone/>
              <a:defRPr sz="1200">
                <a:solidFill>
                  <a:schemeClr val="lt2"/>
                </a:solidFill>
                <a:latin typeface="Gill Sans"/>
                <a:ea typeface="Gill Sans"/>
                <a:cs typeface="Gill Sans"/>
                <a:sym typeface="Gill Sans"/>
              </a:defRPr>
            </a:lvl4pPr>
            <a:lvl5pPr marL="0" lvl="4" indent="0" algn="r">
              <a:spcBef>
                <a:spcPts val="0"/>
              </a:spcBef>
              <a:buNone/>
              <a:defRPr sz="1200">
                <a:solidFill>
                  <a:schemeClr val="lt2"/>
                </a:solidFill>
                <a:latin typeface="Gill Sans"/>
                <a:ea typeface="Gill Sans"/>
                <a:cs typeface="Gill Sans"/>
                <a:sym typeface="Gill Sans"/>
              </a:defRPr>
            </a:lvl5pPr>
            <a:lvl6pPr marL="0" lvl="5" indent="0" algn="r">
              <a:spcBef>
                <a:spcPts val="0"/>
              </a:spcBef>
              <a:buNone/>
              <a:defRPr sz="1200">
                <a:solidFill>
                  <a:schemeClr val="lt2"/>
                </a:solidFill>
                <a:latin typeface="Gill Sans"/>
                <a:ea typeface="Gill Sans"/>
                <a:cs typeface="Gill Sans"/>
                <a:sym typeface="Gill Sans"/>
              </a:defRPr>
            </a:lvl6pPr>
            <a:lvl7pPr marL="0" lvl="6" indent="0" algn="r">
              <a:spcBef>
                <a:spcPts val="0"/>
              </a:spcBef>
              <a:buNone/>
              <a:defRPr sz="1200">
                <a:solidFill>
                  <a:schemeClr val="lt2"/>
                </a:solidFill>
                <a:latin typeface="Gill Sans"/>
                <a:ea typeface="Gill Sans"/>
                <a:cs typeface="Gill Sans"/>
                <a:sym typeface="Gill Sans"/>
              </a:defRPr>
            </a:lvl7pPr>
            <a:lvl8pPr marL="0" lvl="7" indent="0" algn="r">
              <a:spcBef>
                <a:spcPts val="0"/>
              </a:spcBef>
              <a:buNone/>
              <a:defRPr sz="1200">
                <a:solidFill>
                  <a:schemeClr val="lt2"/>
                </a:solidFill>
                <a:latin typeface="Gill Sans"/>
                <a:ea typeface="Gill Sans"/>
                <a:cs typeface="Gill Sans"/>
                <a:sym typeface="Gill Sans"/>
              </a:defRPr>
            </a:lvl8pPr>
            <a:lvl9pPr marL="0" lvl="8" indent="0" algn="r">
              <a:spcBef>
                <a:spcPts val="0"/>
              </a:spcBef>
              <a:buNone/>
              <a:defRPr sz="1200">
                <a:solidFill>
                  <a:schemeClr val="l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grpSp>
        <p:nvGrpSpPr>
          <p:cNvPr id="33" name="Google Shape;33;p4" title="left scallop shape"/>
          <p:cNvGrpSpPr/>
          <p:nvPr/>
        </p:nvGrpSpPr>
        <p:grpSpPr>
          <a:xfrm>
            <a:off x="0" y="0"/>
            <a:ext cx="2814638" cy="6858000"/>
            <a:chOff x="0" y="0"/>
            <a:chExt cx="2814638" cy="6858000"/>
          </a:xfrm>
        </p:grpSpPr>
        <p:sp>
          <p:nvSpPr>
            <p:cNvPr id="34" name="Google Shape;34;p4" title="left scallop shape"/>
            <p:cNvSpPr/>
            <p:nvPr/>
          </p:nvSpPr>
          <p:spPr>
            <a:xfrm>
              <a:off x="0" y="0"/>
              <a:ext cx="2814638" cy="6858000"/>
            </a:xfrm>
            <a:custGeom>
              <a:avLst/>
              <a:gdLst/>
              <a:ahLst/>
              <a:cxnLst/>
              <a:rect l="l" t="t" r="r" b="b"/>
              <a:pathLst>
                <a:path w="1773" h="4320" extrusionOk="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35" name="Google Shape;35;p4" title="left scallop inline"/>
            <p:cNvSpPr/>
            <p:nvPr/>
          </p:nvSpPr>
          <p:spPr>
            <a:xfrm>
              <a:off x="874382" y="0"/>
              <a:ext cx="1646238" cy="6858000"/>
            </a:xfrm>
            <a:custGeom>
              <a:avLst/>
              <a:gdLst/>
              <a:ahLst/>
              <a:cxnLst/>
              <a:rect l="l" t="t" r="r" b="b"/>
              <a:pathLst>
                <a:path w="1037" h="4320" extrusionOk="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1257300"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39" name="Google Shape;39;p5"/>
          <p:cNvSpPr txBox="1">
            <a:spLocks noGrp="1"/>
          </p:cNvSpPr>
          <p:nvPr>
            <p:ph type="body" idx="2"/>
          </p:nvPr>
        </p:nvSpPr>
        <p:spPr>
          <a:xfrm>
            <a:off x="6647796"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0" name="Google Shape;40;p5"/>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1252728" y="381000"/>
            <a:ext cx="10172700" cy="149351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1251678" y="2199633"/>
            <a:ext cx="4800600" cy="632529"/>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700"/>
              </a:spcBef>
              <a:spcAft>
                <a:spcPts val="0"/>
              </a:spcAft>
              <a:buSzPts val="1900"/>
              <a:buNone/>
              <a:defRPr sz="1900" b="1" cap="none">
                <a:solidFill>
                  <a:schemeClr val="dk2"/>
                </a:solidFill>
              </a:defRPr>
            </a:lvl1pPr>
            <a:lvl2pPr marL="914400" lvl="1" indent="-228600" algn="l">
              <a:lnSpc>
                <a:spcPct val="110000"/>
              </a:lnSpc>
              <a:spcBef>
                <a:spcPts val="700"/>
              </a:spcBef>
              <a:spcAft>
                <a:spcPts val="0"/>
              </a:spcAft>
              <a:buSzPts val="1900"/>
              <a:buNone/>
              <a:defRPr sz="1900" b="1"/>
            </a:lvl2pPr>
            <a:lvl3pPr marL="1371600" lvl="2" indent="-228600" algn="l">
              <a:lnSpc>
                <a:spcPct val="110000"/>
              </a:lnSpc>
              <a:spcBef>
                <a:spcPts val="700"/>
              </a:spcBef>
              <a:spcAft>
                <a:spcPts val="0"/>
              </a:spcAft>
              <a:buSzPts val="1800"/>
              <a:buNone/>
              <a:defRPr sz="1800" b="1"/>
            </a:lvl3pPr>
            <a:lvl4pPr marL="1828800" lvl="3" indent="-228600" algn="l">
              <a:lnSpc>
                <a:spcPct val="110000"/>
              </a:lnSpc>
              <a:spcBef>
                <a:spcPts val="700"/>
              </a:spcBef>
              <a:spcAft>
                <a:spcPts val="0"/>
              </a:spcAft>
              <a:buSzPts val="1600"/>
              <a:buNone/>
              <a:defRPr sz="1600" b="1"/>
            </a:lvl4pPr>
            <a:lvl5pPr marL="2286000" lvl="4" indent="-228600" algn="l">
              <a:lnSpc>
                <a:spcPct val="110000"/>
              </a:lnSpc>
              <a:spcBef>
                <a:spcPts val="700"/>
              </a:spcBef>
              <a:spcAft>
                <a:spcPts val="0"/>
              </a:spcAft>
              <a:buSzPts val="1600"/>
              <a:buNone/>
              <a:defRPr sz="1600" b="1"/>
            </a:lvl5pPr>
            <a:lvl6pPr marL="2743200" lvl="5" indent="-228600" algn="l">
              <a:lnSpc>
                <a:spcPct val="110000"/>
              </a:lnSpc>
              <a:spcBef>
                <a:spcPts val="700"/>
              </a:spcBef>
              <a:spcAft>
                <a:spcPts val="0"/>
              </a:spcAft>
              <a:buSzPts val="1600"/>
              <a:buNone/>
              <a:defRPr sz="1600" b="1"/>
            </a:lvl6pPr>
            <a:lvl7pPr marL="3200400" lvl="6" indent="-228600" algn="l">
              <a:lnSpc>
                <a:spcPct val="110000"/>
              </a:lnSpc>
              <a:spcBef>
                <a:spcPts val="700"/>
              </a:spcBef>
              <a:spcAft>
                <a:spcPts val="0"/>
              </a:spcAft>
              <a:buSzPts val="1600"/>
              <a:buNone/>
              <a:defRPr sz="1600" b="1"/>
            </a:lvl7pPr>
            <a:lvl8pPr marL="3657600" lvl="7" indent="-228600" algn="l">
              <a:lnSpc>
                <a:spcPct val="110000"/>
              </a:lnSpc>
              <a:spcBef>
                <a:spcPts val="700"/>
              </a:spcBef>
              <a:spcAft>
                <a:spcPts val="0"/>
              </a:spcAft>
              <a:buSzPts val="1600"/>
              <a:buNone/>
              <a:defRPr sz="1600" b="1"/>
            </a:lvl8pPr>
            <a:lvl9pPr marL="4114800" lvl="8" indent="-228600" algn="l">
              <a:lnSpc>
                <a:spcPct val="110000"/>
              </a:lnSpc>
              <a:spcBef>
                <a:spcPts val="700"/>
              </a:spcBef>
              <a:spcAft>
                <a:spcPts val="0"/>
              </a:spcAft>
              <a:buSzPts val="1600"/>
              <a:buNone/>
              <a:defRPr sz="1600" b="1"/>
            </a:lvl9pPr>
          </a:lstStyle>
          <a:p>
            <a:endParaRPr/>
          </a:p>
        </p:txBody>
      </p:sp>
      <p:sp>
        <p:nvSpPr>
          <p:cNvPr id="46" name="Google Shape;46;p6"/>
          <p:cNvSpPr txBox="1">
            <a:spLocks noGrp="1"/>
          </p:cNvSpPr>
          <p:nvPr>
            <p:ph type="body" idx="2"/>
          </p:nvPr>
        </p:nvSpPr>
        <p:spPr>
          <a:xfrm>
            <a:off x="1257300" y="2909102"/>
            <a:ext cx="4800600" cy="299639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7" name="Google Shape;47;p6"/>
          <p:cNvSpPr txBox="1">
            <a:spLocks noGrp="1"/>
          </p:cNvSpPr>
          <p:nvPr>
            <p:ph type="body" idx="3"/>
          </p:nvPr>
        </p:nvSpPr>
        <p:spPr>
          <a:xfrm>
            <a:off x="6633864" y="2199633"/>
            <a:ext cx="4800600" cy="632529"/>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700"/>
              </a:spcBef>
              <a:spcAft>
                <a:spcPts val="0"/>
              </a:spcAft>
              <a:buSzPts val="1900"/>
              <a:buNone/>
              <a:defRPr sz="1900" b="1" cap="none">
                <a:solidFill>
                  <a:schemeClr val="dk2"/>
                </a:solidFill>
              </a:defRPr>
            </a:lvl1pPr>
            <a:lvl2pPr marL="914400" lvl="1" indent="-228600" algn="l">
              <a:lnSpc>
                <a:spcPct val="110000"/>
              </a:lnSpc>
              <a:spcBef>
                <a:spcPts val="700"/>
              </a:spcBef>
              <a:spcAft>
                <a:spcPts val="0"/>
              </a:spcAft>
              <a:buSzPts val="1900"/>
              <a:buNone/>
              <a:defRPr sz="1900" b="1"/>
            </a:lvl2pPr>
            <a:lvl3pPr marL="1371600" lvl="2" indent="-228600" algn="l">
              <a:lnSpc>
                <a:spcPct val="110000"/>
              </a:lnSpc>
              <a:spcBef>
                <a:spcPts val="700"/>
              </a:spcBef>
              <a:spcAft>
                <a:spcPts val="0"/>
              </a:spcAft>
              <a:buSzPts val="1800"/>
              <a:buNone/>
              <a:defRPr sz="1800" b="1"/>
            </a:lvl3pPr>
            <a:lvl4pPr marL="1828800" lvl="3" indent="-228600" algn="l">
              <a:lnSpc>
                <a:spcPct val="110000"/>
              </a:lnSpc>
              <a:spcBef>
                <a:spcPts val="700"/>
              </a:spcBef>
              <a:spcAft>
                <a:spcPts val="0"/>
              </a:spcAft>
              <a:buSzPts val="1600"/>
              <a:buNone/>
              <a:defRPr sz="1600" b="1"/>
            </a:lvl4pPr>
            <a:lvl5pPr marL="2286000" lvl="4" indent="-228600" algn="l">
              <a:lnSpc>
                <a:spcPct val="110000"/>
              </a:lnSpc>
              <a:spcBef>
                <a:spcPts val="700"/>
              </a:spcBef>
              <a:spcAft>
                <a:spcPts val="0"/>
              </a:spcAft>
              <a:buSzPts val="1600"/>
              <a:buNone/>
              <a:defRPr sz="1600" b="1"/>
            </a:lvl5pPr>
            <a:lvl6pPr marL="2743200" lvl="5" indent="-228600" algn="l">
              <a:lnSpc>
                <a:spcPct val="110000"/>
              </a:lnSpc>
              <a:spcBef>
                <a:spcPts val="700"/>
              </a:spcBef>
              <a:spcAft>
                <a:spcPts val="0"/>
              </a:spcAft>
              <a:buSzPts val="1600"/>
              <a:buNone/>
              <a:defRPr sz="1600" b="1"/>
            </a:lvl6pPr>
            <a:lvl7pPr marL="3200400" lvl="6" indent="-228600" algn="l">
              <a:lnSpc>
                <a:spcPct val="110000"/>
              </a:lnSpc>
              <a:spcBef>
                <a:spcPts val="700"/>
              </a:spcBef>
              <a:spcAft>
                <a:spcPts val="0"/>
              </a:spcAft>
              <a:buSzPts val="1600"/>
              <a:buNone/>
              <a:defRPr sz="1600" b="1"/>
            </a:lvl7pPr>
            <a:lvl8pPr marL="3657600" lvl="7" indent="-228600" algn="l">
              <a:lnSpc>
                <a:spcPct val="110000"/>
              </a:lnSpc>
              <a:spcBef>
                <a:spcPts val="700"/>
              </a:spcBef>
              <a:spcAft>
                <a:spcPts val="0"/>
              </a:spcAft>
              <a:buSzPts val="1600"/>
              <a:buNone/>
              <a:defRPr sz="1600" b="1"/>
            </a:lvl8pPr>
            <a:lvl9pPr marL="4114800" lvl="8" indent="-228600" algn="l">
              <a:lnSpc>
                <a:spcPct val="110000"/>
              </a:lnSpc>
              <a:spcBef>
                <a:spcPts val="700"/>
              </a:spcBef>
              <a:spcAft>
                <a:spcPts val="0"/>
              </a:spcAft>
              <a:buSzPts val="1600"/>
              <a:buNone/>
              <a:defRPr sz="1600" b="1"/>
            </a:lvl9pPr>
          </a:lstStyle>
          <a:p>
            <a:endParaRPr/>
          </a:p>
        </p:txBody>
      </p:sp>
      <p:sp>
        <p:nvSpPr>
          <p:cNvPr id="48" name="Google Shape;48;p6"/>
          <p:cNvSpPr txBox="1">
            <a:spLocks noGrp="1"/>
          </p:cNvSpPr>
          <p:nvPr>
            <p:ph type="body" idx="4"/>
          </p:nvPr>
        </p:nvSpPr>
        <p:spPr>
          <a:xfrm>
            <a:off x="6633864" y="2909102"/>
            <a:ext cx="4800600" cy="299639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9" name="Google Shape;49;p6"/>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7"/>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7"/>
        <p:cNvGrpSpPr/>
        <p:nvPr/>
      </p:nvGrpSpPr>
      <p:grpSpPr>
        <a:xfrm>
          <a:off x="0" y="0"/>
          <a:ext cx="0" cy="0"/>
          <a:chOff x="0" y="0"/>
          <a:chExt cx="0" cy="0"/>
        </a:xfrm>
      </p:grpSpPr>
      <p:sp>
        <p:nvSpPr>
          <p:cNvPr id="58" name="Google Shape;58;p8"/>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61"/>
        <p:cNvGrpSpPr/>
        <p:nvPr/>
      </p:nvGrpSpPr>
      <p:grpSpPr>
        <a:xfrm>
          <a:off x="0" y="0"/>
          <a:ext cx="0" cy="0"/>
          <a:chOff x="0" y="0"/>
          <a:chExt cx="0" cy="0"/>
        </a:xfrm>
      </p:grpSpPr>
      <p:sp>
        <p:nvSpPr>
          <p:cNvPr id="62" name="Google Shape;62;p9"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63" name="Google Shape;63;p9"/>
          <p:cNvSpPr txBox="1">
            <a:spLocks noGrp="1"/>
          </p:cNvSpPr>
          <p:nvPr>
            <p:ph type="title"/>
          </p:nvPr>
        </p:nvSpPr>
        <p:spPr>
          <a:xfrm>
            <a:off x="8337884" y="457199"/>
            <a:ext cx="3092115" cy="119667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cap="none">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
          <p:cNvSpPr txBox="1">
            <a:spLocks noGrp="1"/>
          </p:cNvSpPr>
          <p:nvPr>
            <p:ph type="body" idx="1"/>
          </p:nvPr>
        </p:nvSpPr>
        <p:spPr>
          <a:xfrm>
            <a:off x="765051" y="920377"/>
            <a:ext cx="6158418" cy="4985124"/>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700"/>
              </a:spcBef>
              <a:spcAft>
                <a:spcPts val="0"/>
              </a:spcAft>
              <a:buSzPts val="3200"/>
              <a:buChar char="•"/>
              <a:defRPr sz="3200"/>
            </a:lvl1pPr>
            <a:lvl2pPr marL="914400" lvl="1" indent="-406400" algn="l">
              <a:lnSpc>
                <a:spcPct val="110000"/>
              </a:lnSpc>
              <a:spcBef>
                <a:spcPts val="700"/>
              </a:spcBef>
              <a:spcAft>
                <a:spcPts val="0"/>
              </a:spcAft>
              <a:buSzPts val="2800"/>
              <a:buChar char="–"/>
              <a:defRPr sz="2800"/>
            </a:lvl2pPr>
            <a:lvl3pPr marL="1371600" lvl="2" indent="-381000" algn="l">
              <a:lnSpc>
                <a:spcPct val="110000"/>
              </a:lnSpc>
              <a:spcBef>
                <a:spcPts val="700"/>
              </a:spcBef>
              <a:spcAft>
                <a:spcPts val="0"/>
              </a:spcAft>
              <a:buSzPts val="2400"/>
              <a:buChar char="•"/>
              <a:defRPr sz="2400"/>
            </a:lvl3pPr>
            <a:lvl4pPr marL="1828800" lvl="3" indent="-355600" algn="l">
              <a:lnSpc>
                <a:spcPct val="110000"/>
              </a:lnSpc>
              <a:spcBef>
                <a:spcPts val="700"/>
              </a:spcBef>
              <a:spcAft>
                <a:spcPts val="0"/>
              </a:spcAft>
              <a:buSzPts val="2000"/>
              <a:buChar char="–"/>
              <a:defRPr sz="2000"/>
            </a:lvl4pPr>
            <a:lvl5pPr marL="2286000" lvl="4" indent="-355600" algn="l">
              <a:lnSpc>
                <a:spcPct val="110000"/>
              </a:lnSpc>
              <a:spcBef>
                <a:spcPts val="700"/>
              </a:spcBef>
              <a:spcAft>
                <a:spcPts val="0"/>
              </a:spcAft>
              <a:buSzPts val="2000"/>
              <a:buChar char="•"/>
              <a:defRPr sz="2000"/>
            </a:lvl5pPr>
            <a:lvl6pPr marL="2743200" lvl="5" indent="-355600" algn="l">
              <a:lnSpc>
                <a:spcPct val="110000"/>
              </a:lnSpc>
              <a:spcBef>
                <a:spcPts val="700"/>
              </a:spcBef>
              <a:spcAft>
                <a:spcPts val="0"/>
              </a:spcAft>
              <a:buSzPts val="2000"/>
              <a:buChar char="–"/>
              <a:defRPr sz="2000"/>
            </a:lvl6pPr>
            <a:lvl7pPr marL="3200400" lvl="6" indent="-355600" algn="l">
              <a:lnSpc>
                <a:spcPct val="110000"/>
              </a:lnSpc>
              <a:spcBef>
                <a:spcPts val="700"/>
              </a:spcBef>
              <a:spcAft>
                <a:spcPts val="0"/>
              </a:spcAft>
              <a:buSzPts val="2000"/>
              <a:buChar char="•"/>
              <a:defRPr sz="2000"/>
            </a:lvl7pPr>
            <a:lvl8pPr marL="3657600" lvl="7" indent="-355600" algn="l">
              <a:lnSpc>
                <a:spcPct val="110000"/>
              </a:lnSpc>
              <a:spcBef>
                <a:spcPts val="700"/>
              </a:spcBef>
              <a:spcAft>
                <a:spcPts val="0"/>
              </a:spcAft>
              <a:buSzPts val="2000"/>
              <a:buChar char="–"/>
              <a:defRPr sz="2000"/>
            </a:lvl8pPr>
            <a:lvl9pPr marL="4114800" lvl="8" indent="-355600" algn="l">
              <a:lnSpc>
                <a:spcPct val="110000"/>
              </a:lnSpc>
              <a:spcBef>
                <a:spcPts val="700"/>
              </a:spcBef>
              <a:spcAft>
                <a:spcPts val="0"/>
              </a:spcAft>
              <a:buSzPts val="2000"/>
              <a:buChar char="•"/>
              <a:defRPr sz="2000"/>
            </a:lvl9pPr>
          </a:lstStyle>
          <a:p>
            <a:endParaRPr/>
          </a:p>
        </p:txBody>
      </p:sp>
      <p:sp>
        <p:nvSpPr>
          <p:cNvPr id="65" name="Google Shape;65;p9"/>
          <p:cNvSpPr txBox="1">
            <a:spLocks noGrp="1"/>
          </p:cNvSpPr>
          <p:nvPr>
            <p:ph type="body" idx="2"/>
          </p:nvPr>
        </p:nvSpPr>
        <p:spPr>
          <a:xfrm>
            <a:off x="8337885" y="1741336"/>
            <a:ext cx="3092115"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66" name="Google Shape;66;p9"/>
          <p:cNvSpPr txBox="1">
            <a:spLocks noGrp="1"/>
          </p:cNvSpPr>
          <p:nvPr>
            <p:ph type="dt" idx="10"/>
          </p:nvPr>
        </p:nvSpPr>
        <p:spPr>
          <a:xfrm>
            <a:off x="765051" y="6375679"/>
            <a:ext cx="1233355"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ftr" idx="11"/>
          </p:nvPr>
        </p:nvSpPr>
        <p:spPr>
          <a:xfrm>
            <a:off x="2103620" y="6375679"/>
            <a:ext cx="3482179"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sldNum" idx="12"/>
          </p:nvPr>
        </p:nvSpPr>
        <p:spPr>
          <a:xfrm>
            <a:off x="5691014" y="6375679"/>
            <a:ext cx="1232456"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69" name="Google Shape;69;p9" title="left edge border"/>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70"/>
        <p:cNvGrpSpPr/>
        <p:nvPr/>
      </p:nvGrpSpPr>
      <p:grpSpPr>
        <a:xfrm>
          <a:off x="0" y="0"/>
          <a:ext cx="0" cy="0"/>
          <a:chOff x="0" y="0"/>
          <a:chExt cx="0" cy="0"/>
        </a:xfrm>
      </p:grpSpPr>
      <p:sp>
        <p:nvSpPr>
          <p:cNvPr id="71" name="Google Shape;71;p10"/>
          <p:cNvSpPr>
            <a:spLocks noGrp="1"/>
          </p:cNvSpPr>
          <p:nvPr>
            <p:ph type="pic" idx="2"/>
          </p:nvPr>
        </p:nvSpPr>
        <p:spPr>
          <a:xfrm>
            <a:off x="283464" y="0"/>
            <a:ext cx="7355585" cy="6857999"/>
          </a:xfrm>
          <a:prstGeom prst="rect">
            <a:avLst/>
          </a:prstGeom>
          <a:noFill/>
          <a:ln>
            <a:noFill/>
          </a:ln>
        </p:spPr>
      </p:sp>
      <p:sp>
        <p:nvSpPr>
          <p:cNvPr id="72" name="Google Shape;72;p10"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73" name="Google Shape;73;p10" title="left edge border"/>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0"/>
          <p:cNvSpPr txBox="1">
            <a:spLocks noGrp="1"/>
          </p:cNvSpPr>
          <p:nvPr>
            <p:ph type="title"/>
          </p:nvPr>
        </p:nvSpPr>
        <p:spPr>
          <a:xfrm>
            <a:off x="8337883" y="457200"/>
            <a:ext cx="3092117" cy="119667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0"/>
          <p:cNvSpPr txBox="1">
            <a:spLocks noGrp="1"/>
          </p:cNvSpPr>
          <p:nvPr>
            <p:ph type="body" idx="1"/>
          </p:nvPr>
        </p:nvSpPr>
        <p:spPr>
          <a:xfrm>
            <a:off x="8337883" y="1741336"/>
            <a:ext cx="3092117"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76" name="Google Shape;76;p10"/>
          <p:cNvSpPr txBox="1">
            <a:spLocks noGrp="1"/>
          </p:cNvSpPr>
          <p:nvPr>
            <p:ph type="dt" idx="10"/>
          </p:nvPr>
        </p:nvSpPr>
        <p:spPr>
          <a:xfrm>
            <a:off x="765950" y="6375679"/>
            <a:ext cx="1232456"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2103621" y="6375679"/>
            <a:ext cx="3482178"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5687568" y="6375679"/>
            <a:ext cx="1234440"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544044" y="-1006365"/>
            <a:ext cx="3593591" cy="10178322"/>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2" name="Google Shape;82;p11"/>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rot="5400000">
            <a:off x="8012185" y="2436522"/>
            <a:ext cx="5600404"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2"/>
          <p:cNvSpPr txBox="1">
            <a:spLocks noGrp="1"/>
          </p:cNvSpPr>
          <p:nvPr>
            <p:ph type="body" idx="1"/>
          </p:nvPr>
        </p:nvSpPr>
        <p:spPr>
          <a:xfrm rot="5400000">
            <a:off x="2653390" y="-1013705"/>
            <a:ext cx="5600405" cy="839258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8" name="Google Shape;88;p12"/>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2"/>
              </a:buClr>
              <a:buSzPts val="5100"/>
              <a:buFont typeface="Impact"/>
              <a:buNone/>
              <a:defRPr sz="5100" b="0" i="0" u="none" strike="noStrike" cap="none">
                <a:solidFill>
                  <a:schemeClr val="dk2"/>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10000"/>
              </a:lnSpc>
              <a:spcBef>
                <a:spcPts val="700"/>
              </a:spcBef>
              <a:spcAft>
                <a:spcPts val="0"/>
              </a:spcAft>
              <a:buClr>
                <a:schemeClr val="dk2"/>
              </a:buClr>
              <a:buSzPts val="2000"/>
              <a:buFont typeface="Arial"/>
              <a:buChar char="•"/>
              <a:defRPr sz="2000" b="0" i="0" u="none" strike="noStrike" cap="none">
                <a:solidFill>
                  <a:srgbClr val="595959"/>
                </a:solidFill>
                <a:latin typeface="Gill Sans"/>
                <a:ea typeface="Gill Sans"/>
                <a:cs typeface="Gill Sans"/>
                <a:sym typeface="Gill Sans"/>
              </a:defRPr>
            </a:lvl1pPr>
            <a:lvl2pPr marL="914400" marR="0" lvl="1" indent="-342900" algn="l" rtl="0">
              <a:lnSpc>
                <a:spcPct val="110000"/>
              </a:lnSpc>
              <a:spcBef>
                <a:spcPts val="700"/>
              </a:spcBef>
              <a:spcAft>
                <a:spcPts val="0"/>
              </a:spcAft>
              <a:buClr>
                <a:schemeClr val="dk2"/>
              </a:buClr>
              <a:buSzPts val="1800"/>
              <a:buFont typeface="Gill Sans"/>
              <a:buChar char="–"/>
              <a:defRPr sz="1800" b="0" i="0" u="none" strike="noStrike" cap="none">
                <a:solidFill>
                  <a:srgbClr val="595959"/>
                </a:solidFill>
                <a:latin typeface="Gill Sans"/>
                <a:ea typeface="Gill Sans"/>
                <a:cs typeface="Gill Sans"/>
                <a:sym typeface="Gill Sans"/>
              </a:defRPr>
            </a:lvl2pPr>
            <a:lvl3pPr marL="1371600" marR="0" lvl="2" indent="-330200" algn="l" rtl="0">
              <a:lnSpc>
                <a:spcPct val="110000"/>
              </a:lnSpc>
              <a:spcBef>
                <a:spcPts val="700"/>
              </a:spcBef>
              <a:spcAft>
                <a:spcPts val="0"/>
              </a:spcAft>
              <a:buClr>
                <a:schemeClr val="dk2"/>
              </a:buClr>
              <a:buSzPts val="1600"/>
              <a:buFont typeface="Arial"/>
              <a:buChar char="•"/>
              <a:defRPr sz="1600" b="0" i="0" u="none" strike="noStrike" cap="none">
                <a:solidFill>
                  <a:srgbClr val="595959"/>
                </a:solidFill>
                <a:latin typeface="Gill Sans"/>
                <a:ea typeface="Gill Sans"/>
                <a:cs typeface="Gill Sans"/>
                <a:sym typeface="Gill Sans"/>
              </a:defRPr>
            </a:lvl3pPr>
            <a:lvl4pPr marL="1828800" marR="0" lvl="3"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4pPr>
            <a:lvl5pPr marL="2286000" marR="0" lvl="4"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5pPr>
            <a:lvl6pPr marL="2743200" marR="0" lvl="5"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6pPr>
            <a:lvl7pPr marL="3200400" marR="0" lvl="6"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7pPr>
            <a:lvl8pPr marL="3657600" marR="0" lvl="7"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8pPr>
            <a:lvl9pPr marL="4114800" marR="0" lvl="8"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595959"/>
                </a:solidFill>
                <a:latin typeface="Gill Sans"/>
                <a:ea typeface="Gill Sans"/>
                <a:cs typeface="Gill Sans"/>
                <a:sym typeface="Gill Sans"/>
              </a:defRPr>
            </a:lvl1pPr>
            <a:lvl2pPr marL="0" marR="0" lvl="1" indent="0" algn="r" rtl="0">
              <a:spcBef>
                <a:spcPts val="0"/>
              </a:spcBef>
              <a:buNone/>
              <a:defRPr sz="1200" b="0" i="0" u="none" strike="noStrike" cap="none">
                <a:solidFill>
                  <a:srgbClr val="595959"/>
                </a:solidFill>
                <a:latin typeface="Gill Sans"/>
                <a:ea typeface="Gill Sans"/>
                <a:cs typeface="Gill Sans"/>
                <a:sym typeface="Gill Sans"/>
              </a:defRPr>
            </a:lvl2pPr>
            <a:lvl3pPr marL="0" marR="0" lvl="2" indent="0" algn="r" rtl="0">
              <a:spcBef>
                <a:spcPts val="0"/>
              </a:spcBef>
              <a:buNone/>
              <a:defRPr sz="1200" b="0" i="0" u="none" strike="noStrike" cap="none">
                <a:solidFill>
                  <a:srgbClr val="595959"/>
                </a:solidFill>
                <a:latin typeface="Gill Sans"/>
                <a:ea typeface="Gill Sans"/>
                <a:cs typeface="Gill Sans"/>
                <a:sym typeface="Gill Sans"/>
              </a:defRPr>
            </a:lvl3pPr>
            <a:lvl4pPr marL="0" marR="0" lvl="3" indent="0" algn="r" rtl="0">
              <a:spcBef>
                <a:spcPts val="0"/>
              </a:spcBef>
              <a:buNone/>
              <a:defRPr sz="1200" b="0" i="0" u="none" strike="noStrike" cap="none">
                <a:solidFill>
                  <a:srgbClr val="595959"/>
                </a:solidFill>
                <a:latin typeface="Gill Sans"/>
                <a:ea typeface="Gill Sans"/>
                <a:cs typeface="Gill Sans"/>
                <a:sym typeface="Gill Sans"/>
              </a:defRPr>
            </a:lvl4pPr>
            <a:lvl5pPr marL="0" marR="0" lvl="4" indent="0" algn="r" rtl="0">
              <a:spcBef>
                <a:spcPts val="0"/>
              </a:spcBef>
              <a:buNone/>
              <a:defRPr sz="1200" b="0" i="0" u="none" strike="noStrike" cap="none">
                <a:solidFill>
                  <a:srgbClr val="595959"/>
                </a:solidFill>
                <a:latin typeface="Gill Sans"/>
                <a:ea typeface="Gill Sans"/>
                <a:cs typeface="Gill Sans"/>
                <a:sym typeface="Gill Sans"/>
              </a:defRPr>
            </a:lvl5pPr>
            <a:lvl6pPr marL="0" marR="0" lvl="5" indent="0" algn="r" rtl="0">
              <a:spcBef>
                <a:spcPts val="0"/>
              </a:spcBef>
              <a:buNone/>
              <a:defRPr sz="1200" b="0" i="0" u="none" strike="noStrike" cap="none">
                <a:solidFill>
                  <a:srgbClr val="595959"/>
                </a:solidFill>
                <a:latin typeface="Gill Sans"/>
                <a:ea typeface="Gill Sans"/>
                <a:cs typeface="Gill Sans"/>
                <a:sym typeface="Gill Sans"/>
              </a:defRPr>
            </a:lvl6pPr>
            <a:lvl7pPr marL="0" marR="0" lvl="6" indent="0" algn="r" rtl="0">
              <a:spcBef>
                <a:spcPts val="0"/>
              </a:spcBef>
              <a:buNone/>
              <a:defRPr sz="1200" b="0" i="0" u="none" strike="noStrike" cap="none">
                <a:solidFill>
                  <a:srgbClr val="595959"/>
                </a:solidFill>
                <a:latin typeface="Gill Sans"/>
                <a:ea typeface="Gill Sans"/>
                <a:cs typeface="Gill Sans"/>
                <a:sym typeface="Gill Sans"/>
              </a:defRPr>
            </a:lvl7pPr>
            <a:lvl8pPr marL="0" marR="0" lvl="7" indent="0" algn="r" rtl="0">
              <a:spcBef>
                <a:spcPts val="0"/>
              </a:spcBef>
              <a:buNone/>
              <a:defRPr sz="1200" b="0" i="0" u="none" strike="noStrike" cap="none">
                <a:solidFill>
                  <a:srgbClr val="595959"/>
                </a:solidFill>
                <a:latin typeface="Gill Sans"/>
                <a:ea typeface="Gill Sans"/>
                <a:cs typeface="Gill Sans"/>
                <a:sym typeface="Gill Sans"/>
              </a:defRPr>
            </a:lvl8pPr>
            <a:lvl9pPr marL="0" marR="0" lvl="8" indent="0" algn="r" rtl="0">
              <a:spcBef>
                <a:spcPts val="0"/>
              </a:spcBef>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title="Left scallop edge"/>
          <p:cNvSpPr/>
          <p:nvPr/>
        </p:nvSpPr>
        <p:spPr>
          <a:xfrm>
            <a:off x="0" y="0"/>
            <a:ext cx="885825" cy="6858000"/>
          </a:xfrm>
          <a:custGeom>
            <a:avLst/>
            <a:gdLst/>
            <a:ahLst/>
            <a:cxnLst/>
            <a:rect l="l" t="t" r="r" b="b"/>
            <a:pathLst>
              <a:path w="558" h="4320" extrusionOk="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2" name="Google Shape;12;p1" title="right edge border"/>
          <p:cNvSpPr/>
          <p:nvPr/>
        </p:nvSpPr>
        <p:spPr>
          <a:xfrm>
            <a:off x="11908536"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3"/>
          <p:cNvSpPr txBox="1">
            <a:spLocks noGrp="1"/>
          </p:cNvSpPr>
          <p:nvPr>
            <p:ph type="ctrTitle"/>
          </p:nvPr>
        </p:nvSpPr>
        <p:spPr>
          <a:xfrm>
            <a:off x="1104403" y="1434818"/>
            <a:ext cx="10318418" cy="439498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10000"/>
              <a:buFont typeface="Impact"/>
              <a:buNone/>
            </a:pPr>
            <a:r>
              <a:rPr lang="es-ES"/>
              <a:t>Introducción a Javascript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251700" y="381001"/>
            <a:ext cx="10178400" cy="789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2"/>
              </a:buClr>
              <a:buSzPts val="5100"/>
              <a:buFont typeface="Impact"/>
              <a:buNone/>
            </a:pPr>
            <a:r>
              <a:rPr lang="es-ES" sz="4200"/>
              <a:t>Lenguajes para el desarrollo de páginas web</a:t>
            </a:r>
            <a:endParaRPr sz="4200"/>
          </a:p>
        </p:txBody>
      </p:sp>
      <p:pic>
        <p:nvPicPr>
          <p:cNvPr id="103" name="Google Shape;103;p14"/>
          <p:cNvPicPr preferRelativeResize="0"/>
          <p:nvPr/>
        </p:nvPicPr>
        <p:blipFill>
          <a:blip r:embed="rId3">
            <a:alphaModFix/>
          </a:blip>
          <a:stretch>
            <a:fillRect/>
          </a:stretch>
        </p:blipFill>
        <p:spPr>
          <a:xfrm>
            <a:off x="3488263" y="1278375"/>
            <a:ext cx="5705275" cy="5448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5"/>
          <p:cNvSpPr txBox="1"/>
          <p:nvPr/>
        </p:nvSpPr>
        <p:spPr>
          <a:xfrm>
            <a:off x="1119775" y="1505384"/>
            <a:ext cx="10620000" cy="25299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None/>
            </a:pPr>
            <a:r>
              <a:rPr lang="es-ES" sz="2800" b="1">
                <a:solidFill>
                  <a:srgbClr val="595959"/>
                </a:solidFill>
                <a:latin typeface="Gill Sans"/>
                <a:ea typeface="Gill Sans"/>
                <a:cs typeface="Gill Sans"/>
                <a:sym typeface="Gill Sans"/>
              </a:rPr>
              <a:t>HTML:</a:t>
            </a:r>
            <a:r>
              <a:rPr lang="es-ES" sz="2800">
                <a:solidFill>
                  <a:srgbClr val="595959"/>
                </a:solidFill>
                <a:latin typeface="Gill Sans"/>
                <a:ea typeface="Gill Sans"/>
                <a:cs typeface="Gill Sans"/>
                <a:sym typeface="Gill Sans"/>
              </a:rPr>
              <a:t> Define la estructura y contenido de una página web.</a:t>
            </a:r>
            <a:endParaRPr sz="2800">
              <a:solidFill>
                <a:srgbClr val="595959"/>
              </a:solidFill>
              <a:latin typeface="Gill Sans"/>
              <a:ea typeface="Gill Sans"/>
              <a:cs typeface="Gill Sans"/>
              <a:sym typeface="Gill Sans"/>
            </a:endParaRPr>
          </a:p>
          <a:p>
            <a:pPr marL="0" lvl="0" indent="0" algn="l" rtl="0">
              <a:lnSpc>
                <a:spcPct val="110000"/>
              </a:lnSpc>
              <a:spcBef>
                <a:spcPts val="700"/>
              </a:spcBef>
              <a:spcAft>
                <a:spcPts val="0"/>
              </a:spcAft>
              <a:buNone/>
            </a:pPr>
            <a:r>
              <a:rPr lang="es-ES" sz="2800" b="1">
                <a:solidFill>
                  <a:srgbClr val="595959"/>
                </a:solidFill>
                <a:latin typeface="Gill Sans"/>
                <a:ea typeface="Gill Sans"/>
                <a:cs typeface="Gill Sans"/>
                <a:sym typeface="Gill Sans"/>
              </a:rPr>
              <a:t>CSS:</a:t>
            </a:r>
            <a:r>
              <a:rPr lang="es-ES" sz="2800">
                <a:solidFill>
                  <a:srgbClr val="595959"/>
                </a:solidFill>
                <a:latin typeface="Gill Sans"/>
                <a:ea typeface="Gill Sans"/>
                <a:cs typeface="Gill Sans"/>
                <a:sym typeface="Gill Sans"/>
              </a:rPr>
              <a:t> Define la presentación y el diseño de una página web.</a:t>
            </a:r>
            <a:endParaRPr sz="2800">
              <a:solidFill>
                <a:srgbClr val="595959"/>
              </a:solidFill>
              <a:latin typeface="Gill Sans"/>
              <a:ea typeface="Gill Sans"/>
              <a:cs typeface="Gill Sans"/>
              <a:sym typeface="Gill Sans"/>
            </a:endParaRPr>
          </a:p>
          <a:p>
            <a:pPr marL="0" lvl="0" indent="0" algn="l" rtl="0">
              <a:lnSpc>
                <a:spcPct val="110000"/>
              </a:lnSpc>
              <a:spcBef>
                <a:spcPts val="700"/>
              </a:spcBef>
              <a:spcAft>
                <a:spcPts val="0"/>
              </a:spcAft>
              <a:buNone/>
            </a:pPr>
            <a:r>
              <a:rPr lang="es-ES" sz="2800" b="1">
                <a:solidFill>
                  <a:srgbClr val="595959"/>
                </a:solidFill>
                <a:latin typeface="Gill Sans"/>
                <a:ea typeface="Gill Sans"/>
                <a:cs typeface="Gill Sans"/>
                <a:sym typeface="Gill Sans"/>
              </a:rPr>
              <a:t>Javascript:</a:t>
            </a:r>
            <a:r>
              <a:rPr lang="es-ES" sz="2800">
                <a:solidFill>
                  <a:srgbClr val="595959"/>
                </a:solidFill>
                <a:latin typeface="Gill Sans"/>
                <a:ea typeface="Gill Sans"/>
                <a:cs typeface="Gill Sans"/>
                <a:sym typeface="Gill Sans"/>
              </a:rPr>
              <a:t> Añade interactividad y comportamiento dinámico a una página web.</a:t>
            </a:r>
            <a:br>
              <a:rPr lang="es-ES" sz="2000">
                <a:solidFill>
                  <a:srgbClr val="595959"/>
                </a:solidFill>
                <a:latin typeface="Gill Sans"/>
                <a:ea typeface="Gill Sans"/>
                <a:cs typeface="Gill Sans"/>
                <a:sym typeface="Gill Sans"/>
              </a:rPr>
            </a:br>
            <a:endParaRPr sz="2000">
              <a:solidFill>
                <a:srgbClr val="595959"/>
              </a:solidFill>
              <a:latin typeface="Gill Sans"/>
              <a:ea typeface="Gill Sans"/>
              <a:cs typeface="Gill Sans"/>
              <a:sym typeface="Gill Sans"/>
            </a:endParaRPr>
          </a:p>
        </p:txBody>
      </p:sp>
      <p:sp>
        <p:nvSpPr>
          <p:cNvPr id="109" name="Google Shape;109;p15"/>
          <p:cNvSpPr txBox="1">
            <a:spLocks noGrp="1"/>
          </p:cNvSpPr>
          <p:nvPr>
            <p:ph type="title"/>
          </p:nvPr>
        </p:nvSpPr>
        <p:spPr>
          <a:xfrm>
            <a:off x="1251700" y="381001"/>
            <a:ext cx="10178400" cy="789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2"/>
              </a:buClr>
              <a:buSzPts val="5100"/>
              <a:buFont typeface="Impact"/>
              <a:buNone/>
            </a:pPr>
            <a:r>
              <a:rPr lang="es-ES" sz="4200"/>
              <a:t>Lenguajes para el desarrollo de páginas web</a:t>
            </a:r>
            <a:endParaRPr sz="4200"/>
          </a:p>
        </p:txBody>
      </p:sp>
      <p:pic>
        <p:nvPicPr>
          <p:cNvPr id="110" name="Google Shape;110;p15"/>
          <p:cNvPicPr preferRelativeResize="0"/>
          <p:nvPr/>
        </p:nvPicPr>
        <p:blipFill>
          <a:blip r:embed="rId3">
            <a:alphaModFix/>
          </a:blip>
          <a:stretch>
            <a:fillRect/>
          </a:stretch>
        </p:blipFill>
        <p:spPr>
          <a:xfrm>
            <a:off x="3475888" y="3632825"/>
            <a:ext cx="5907774" cy="2979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p:nvPr/>
        </p:nvSpPr>
        <p:spPr>
          <a:xfrm>
            <a:off x="1119775" y="1629200"/>
            <a:ext cx="10620000" cy="15237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None/>
            </a:pPr>
            <a:r>
              <a:rPr lang="es-ES" sz="2800" b="1">
                <a:solidFill>
                  <a:srgbClr val="595959"/>
                </a:solidFill>
                <a:latin typeface="Gill Sans"/>
                <a:ea typeface="Gill Sans"/>
                <a:cs typeface="Gill Sans"/>
                <a:sym typeface="Gill Sans"/>
              </a:rPr>
              <a:t>JavaScript </a:t>
            </a:r>
            <a:r>
              <a:rPr lang="es-ES" sz="2800">
                <a:solidFill>
                  <a:srgbClr val="595959"/>
                </a:solidFill>
                <a:latin typeface="Gill Sans"/>
                <a:ea typeface="Gill Sans"/>
                <a:cs typeface="Gill Sans"/>
                <a:sym typeface="Gill Sans"/>
              </a:rPr>
              <a:t>es un lenguaje interpretado, orientado a objetos, débilmente tipado y dinámico.</a:t>
            </a:r>
            <a:br>
              <a:rPr lang="es-ES" sz="2000">
                <a:solidFill>
                  <a:srgbClr val="595959"/>
                </a:solidFill>
                <a:latin typeface="Gill Sans"/>
                <a:ea typeface="Gill Sans"/>
                <a:cs typeface="Gill Sans"/>
                <a:sym typeface="Gill Sans"/>
              </a:rPr>
            </a:br>
            <a:endParaRPr sz="2000">
              <a:solidFill>
                <a:srgbClr val="595959"/>
              </a:solidFill>
              <a:latin typeface="Gill Sans"/>
              <a:ea typeface="Gill Sans"/>
              <a:cs typeface="Gill Sans"/>
              <a:sym typeface="Gill Sans"/>
            </a:endParaRPr>
          </a:p>
        </p:txBody>
      </p:sp>
      <p:sp>
        <p:nvSpPr>
          <p:cNvPr id="116" name="Google Shape;116;p16"/>
          <p:cNvSpPr txBox="1">
            <a:spLocks noGrp="1"/>
          </p:cNvSpPr>
          <p:nvPr>
            <p:ph type="title"/>
          </p:nvPr>
        </p:nvSpPr>
        <p:spPr>
          <a:xfrm>
            <a:off x="1251700" y="381001"/>
            <a:ext cx="10178400" cy="789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2"/>
              </a:buClr>
              <a:buSzPts val="5100"/>
              <a:buFont typeface="Impact"/>
              <a:buNone/>
            </a:pPr>
            <a:r>
              <a:rPr lang="es-ES" sz="5000"/>
              <a:t>¿Qué es JavaScript?</a:t>
            </a:r>
            <a:endParaRPr sz="5000"/>
          </a:p>
        </p:txBody>
      </p:sp>
      <p:pic>
        <p:nvPicPr>
          <p:cNvPr id="117" name="Google Shape;117;p16"/>
          <p:cNvPicPr preferRelativeResize="0"/>
          <p:nvPr/>
        </p:nvPicPr>
        <p:blipFill>
          <a:blip r:embed="rId3">
            <a:alphaModFix/>
          </a:blip>
          <a:stretch>
            <a:fillRect/>
          </a:stretch>
        </p:blipFill>
        <p:spPr>
          <a:xfrm>
            <a:off x="1988375" y="3297475"/>
            <a:ext cx="8215225" cy="3065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7"/>
          <p:cNvSpPr txBox="1">
            <a:spLocks noGrp="1"/>
          </p:cNvSpPr>
          <p:nvPr>
            <p:ph type="title"/>
          </p:nvPr>
        </p:nvSpPr>
        <p:spPr>
          <a:xfrm>
            <a:off x="1251675" y="382375"/>
            <a:ext cx="10178400" cy="294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¿Realmente es Javascript un lenguaje interpretado?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p:txBody>
      </p:sp>
      <p:sp>
        <p:nvSpPr>
          <p:cNvPr id="123" name="Google Shape;123;p17"/>
          <p:cNvSpPr txBox="1">
            <a:spLocks noGrp="1"/>
          </p:cNvSpPr>
          <p:nvPr>
            <p:ph type="body" idx="1"/>
          </p:nvPr>
        </p:nvSpPr>
        <p:spPr>
          <a:xfrm>
            <a:off x="1251675" y="2286000"/>
            <a:ext cx="10497600" cy="243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Sí, y la razón es que el navegador lee línea por línea nuestro código, el cual le indica lo que tiene que ir haciendo, sin la necesidad de compilar. Todo esto es controlado por el motor de Javascript V8 del navegador.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1251678" y="382385"/>
            <a:ext cx="10178322" cy="85119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Orientado a objetos</a:t>
            </a:r>
            <a:endParaRPr/>
          </a:p>
        </p:txBody>
      </p:sp>
      <p:sp>
        <p:nvSpPr>
          <p:cNvPr id="129" name="Google Shape;129;p18"/>
          <p:cNvSpPr txBox="1">
            <a:spLocks noGrp="1"/>
          </p:cNvSpPr>
          <p:nvPr>
            <p:ph type="body" idx="1"/>
          </p:nvPr>
        </p:nvSpPr>
        <p:spPr>
          <a:xfrm>
            <a:off x="1251675" y="1548075"/>
            <a:ext cx="10497600" cy="463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Pensar en términos de objetos es muy parecido a cómo lo haríamos en la vida real. Por ejemplo vamos a pensar en un coche para tratar de modelizarlo en un esquema de POO.</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Diríamos que el coche es el elemento principal que tiene una serie de características, como podrían ser el color, el modelo o la marca. </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Por tanto, pensar en objetos requiere analizar qué elementos vas a manejar en tus programas, tratando de identificar sus características y funcionalidades. </a:t>
            </a:r>
            <a:endParaRPr sz="2600"/>
          </a:p>
          <a:p>
            <a:pPr marL="0" lvl="0" indent="0" algn="l" rtl="0">
              <a:lnSpc>
                <a:spcPct val="100000"/>
              </a:lnSpc>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¿Por qué es débilmente tipado?</a:t>
            </a:r>
            <a:endParaRPr/>
          </a:p>
        </p:txBody>
      </p:sp>
      <p:sp>
        <p:nvSpPr>
          <p:cNvPr id="135" name="Google Shape;135;p19"/>
          <p:cNvSpPr txBox="1">
            <a:spLocks noGrp="1"/>
          </p:cNvSpPr>
          <p:nvPr>
            <p:ph type="body" idx="1"/>
          </p:nvPr>
        </p:nvSpPr>
        <p:spPr>
          <a:xfrm>
            <a:off x="1251675" y="1615199"/>
            <a:ext cx="10497600" cy="4881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Porque los tipos de datos no están bien definidos en el lenguaje y permite, por ejemplo, operaciones entre números y letras. Esto sucede porque el lenguaje asume tipos de datos que no necesariamente fueron los que se querían representar. Se pueden hacer operaciones entre tipos distintos de datos (enteros con strings, booleanos con enteros, etc.).</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Ejemplo: </a:t>
            </a:r>
            <a:endParaRPr sz="2600"/>
          </a:p>
          <a:p>
            <a:pPr marL="0" lvl="0" indent="0" algn="l" rtl="0">
              <a:lnSpc>
                <a:spcPct val="100000"/>
              </a:lnSpc>
              <a:spcBef>
                <a:spcPts val="0"/>
              </a:spcBef>
              <a:spcAft>
                <a:spcPts val="0"/>
              </a:spcAft>
              <a:buNone/>
            </a:pPr>
            <a:r>
              <a:rPr lang="es-ES" sz="2600"/>
              <a:t>4 + "7"; // 47</a:t>
            </a:r>
            <a:endParaRPr sz="2600"/>
          </a:p>
          <a:p>
            <a:pPr marL="0" lvl="0" indent="0" algn="l" rtl="0">
              <a:lnSpc>
                <a:spcPct val="100000"/>
              </a:lnSpc>
              <a:spcBef>
                <a:spcPts val="0"/>
              </a:spcBef>
              <a:spcAft>
                <a:spcPts val="0"/>
              </a:spcAft>
              <a:buNone/>
            </a:pPr>
            <a:r>
              <a:rPr lang="es-ES" sz="2600"/>
              <a:t>4 * "7"; // 28</a:t>
            </a:r>
            <a:endParaRPr sz="2600"/>
          </a:p>
          <a:p>
            <a:pPr marL="0" lvl="0" indent="0" algn="l" rtl="0">
              <a:lnSpc>
                <a:spcPct val="100000"/>
              </a:lnSpc>
              <a:spcBef>
                <a:spcPts val="0"/>
              </a:spcBef>
              <a:spcAft>
                <a:spcPts val="0"/>
              </a:spcAft>
              <a:buNone/>
            </a:pPr>
            <a:r>
              <a:rPr lang="es-ES" sz="2600"/>
              <a:t>2 + true; // 3</a:t>
            </a:r>
            <a:endParaRPr sz="2600"/>
          </a:p>
          <a:p>
            <a:pPr marL="0" lvl="0" indent="0" algn="l" rtl="0">
              <a:lnSpc>
                <a:spcPct val="100000"/>
              </a:lnSpc>
              <a:spcBef>
                <a:spcPts val="0"/>
              </a:spcBef>
              <a:spcAft>
                <a:spcPts val="0"/>
              </a:spcAft>
              <a:buNone/>
            </a:pPr>
            <a:r>
              <a:rPr lang="es-ES" sz="2600"/>
              <a:t>false - 3; // -3</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¿Por qué decimos que Javascript es un lenguaje dinámico?</a:t>
            </a:r>
            <a:endParaRPr/>
          </a:p>
        </p:txBody>
      </p:sp>
      <p:sp>
        <p:nvSpPr>
          <p:cNvPr id="141" name="Google Shape;141;p20"/>
          <p:cNvSpPr txBox="1">
            <a:spLocks noGrp="1"/>
          </p:cNvSpPr>
          <p:nvPr>
            <p:ph type="body" idx="1"/>
          </p:nvPr>
        </p:nvSpPr>
        <p:spPr>
          <a:xfrm>
            <a:off x="1251675" y="2286000"/>
            <a:ext cx="10497600" cy="3250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Corre directamente en la etapa de Runtime, sin una etapa de compilación previa. Esto permite probar nuestro código inmediatamente; pero también es lo que hace que los errores no se muestren sino hasta que se ejecuta el programa.</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¿Por qué decimos que Javascript es un lenguaje dinámico?</a:t>
            </a:r>
            <a:endParaRPr/>
          </a:p>
        </p:txBody>
      </p:sp>
      <p:sp>
        <p:nvSpPr>
          <p:cNvPr id="147" name="Google Shape;147;p21"/>
          <p:cNvSpPr txBox="1">
            <a:spLocks noGrp="1"/>
          </p:cNvSpPr>
          <p:nvPr>
            <p:ph type="body" idx="1"/>
          </p:nvPr>
        </p:nvSpPr>
        <p:spPr>
          <a:xfrm>
            <a:off x="1251675" y="2286000"/>
            <a:ext cx="10497600" cy="3250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JavaScript permite declarar (por ejemplo) variables cuyo valor (y tipo) sólo se conocerá al momento de su ejecución en función de las condiciones dadas al momento de correrlo en un entorno real. En cambio, los lenguajes estáticos no compilarán en código ejecutable a menos que todos los valores (o tipos de valores) se conozcan por adelantado.</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sp>
        <p:nvSpPr>
          <p:cNvPr id="153" name="Google Shape;153;p22"/>
          <p:cNvSpPr txBox="1">
            <a:spLocks noGrp="1"/>
          </p:cNvSpPr>
          <p:nvPr>
            <p:ph type="body" idx="1"/>
          </p:nvPr>
        </p:nvSpPr>
        <p:spPr>
          <a:xfrm>
            <a:off x="1251675" y="1615199"/>
            <a:ext cx="10497600" cy="4881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800" b="1"/>
              <a:t>alert </a:t>
            </a:r>
            <a:r>
              <a:rPr lang="es-ES" sz="2800"/>
              <a:t>es una función incorporada que se utiliza para mostrar un cuadro de diálogo de alerta con un mensaje especificado. </a:t>
            </a:r>
            <a:endParaRPr sz="2800"/>
          </a:p>
          <a:p>
            <a:pPr marL="0" lvl="0" indent="0" algn="l" rtl="0">
              <a:lnSpc>
                <a:spcPct val="100000"/>
              </a:lnSpc>
              <a:spcBef>
                <a:spcPts val="0"/>
              </a:spcBef>
              <a:spcAft>
                <a:spcPts val="0"/>
              </a:spcAft>
              <a:buNone/>
            </a:pPr>
            <a:endParaRPr sz="2800"/>
          </a:p>
          <a:p>
            <a:pPr marL="0" lvl="0" indent="0" algn="l" rtl="0">
              <a:lnSpc>
                <a:spcPct val="100000"/>
              </a:lnSpc>
              <a:spcBef>
                <a:spcPts val="0"/>
              </a:spcBef>
              <a:spcAft>
                <a:spcPts val="0"/>
              </a:spcAft>
              <a:buNone/>
            </a:pPr>
            <a:r>
              <a:rPr lang="es-ES" sz="2800"/>
              <a:t>Este cuadro de diálogo es modal, lo que significa que bloquea la interacción con el resto de la página hasta que el usuario lo cierre haciendo clic en el botón "Aceptar".</a:t>
            </a:r>
            <a:endParaRPr sz="2800"/>
          </a:p>
          <a:p>
            <a:pPr marL="0" lvl="0" indent="0" algn="l" rtl="0">
              <a:lnSpc>
                <a:spcPct val="100000"/>
              </a:lnSpc>
              <a:spcBef>
                <a:spcPts val="0"/>
              </a:spcBef>
              <a:spcAft>
                <a:spcPts val="0"/>
              </a:spcAft>
              <a:buNone/>
            </a:pPr>
            <a:endParaRPr sz="2800"/>
          </a:p>
          <a:p>
            <a:pPr marL="0" lvl="0" indent="0" algn="l" rtl="0">
              <a:lnSpc>
                <a:spcPct val="100000"/>
              </a:lnSpc>
              <a:spcBef>
                <a:spcPts val="0"/>
              </a:spcBef>
              <a:spcAft>
                <a:spcPts val="0"/>
              </a:spcAft>
              <a:buNone/>
            </a:pPr>
            <a:r>
              <a:rPr lang="es-ES" sz="2800"/>
              <a:t>La sintaxis básica para usar alert es:</a:t>
            </a:r>
            <a:endParaRPr sz="2800"/>
          </a:p>
          <a:p>
            <a:pPr marL="0" lvl="0" indent="0" algn="l" rtl="0">
              <a:lnSpc>
                <a:spcPct val="100000"/>
              </a:lnSpc>
              <a:spcBef>
                <a:spcPts val="0"/>
              </a:spcBef>
              <a:spcAft>
                <a:spcPts val="0"/>
              </a:spcAft>
              <a:buNone/>
            </a:pPr>
            <a:r>
              <a:rPr lang="es-ES" sz="2800">
                <a:highlight>
                  <a:srgbClr val="FFFF00"/>
                </a:highlight>
              </a:rPr>
              <a:t>alert(mensaje);</a:t>
            </a:r>
            <a:endParaRPr sz="28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sp>
        <p:nvSpPr>
          <p:cNvPr id="159" name="Google Shape;159;p23"/>
          <p:cNvSpPr txBox="1">
            <a:spLocks noGrp="1"/>
          </p:cNvSpPr>
          <p:nvPr>
            <p:ph type="body" idx="1"/>
          </p:nvPr>
        </p:nvSpPr>
        <p:spPr>
          <a:xfrm>
            <a:off x="1251675" y="2286000"/>
            <a:ext cx="10497600" cy="3792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100"/>
              <a:buFont typeface="Arial"/>
              <a:buNone/>
            </a:pPr>
            <a:r>
              <a:rPr lang="es-ES" sz="3000">
                <a:highlight>
                  <a:srgbClr val="FFFF00"/>
                </a:highlight>
              </a:rPr>
              <a:t>alert("primero");</a:t>
            </a:r>
            <a:endParaRPr sz="3000">
              <a:highlight>
                <a:srgbClr val="FFFF00"/>
              </a:highlight>
            </a:endParaRPr>
          </a:p>
          <a:p>
            <a:pPr marL="0" lvl="0" indent="0" algn="ctr" rtl="0">
              <a:lnSpc>
                <a:spcPct val="100000"/>
              </a:lnSpc>
              <a:spcBef>
                <a:spcPts val="0"/>
              </a:spcBef>
              <a:spcAft>
                <a:spcPts val="0"/>
              </a:spcAft>
              <a:buClr>
                <a:schemeClr val="dk1"/>
              </a:buClr>
              <a:buSzPts val="1100"/>
              <a:buFont typeface="Arial"/>
              <a:buNone/>
            </a:pP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pic>
        <p:nvPicPr>
          <p:cNvPr id="165" name="Google Shape;165;p24"/>
          <p:cNvPicPr preferRelativeResize="0"/>
          <p:nvPr/>
        </p:nvPicPr>
        <p:blipFill>
          <a:blip r:embed="rId3">
            <a:alphaModFix/>
          </a:blip>
          <a:stretch>
            <a:fillRect/>
          </a:stretch>
        </p:blipFill>
        <p:spPr>
          <a:xfrm>
            <a:off x="1006801" y="1428213"/>
            <a:ext cx="10178398" cy="4934488"/>
          </a:xfrm>
          <a:prstGeom prst="rect">
            <a:avLst/>
          </a:prstGeom>
          <a:noFill/>
          <a:ln>
            <a:noFill/>
          </a:ln>
        </p:spPr>
      </p:pic>
      <p:sp>
        <p:nvSpPr>
          <p:cNvPr id="166" name="Google Shape;166;p24"/>
          <p:cNvSpPr/>
          <p:nvPr/>
        </p:nvSpPr>
        <p:spPr>
          <a:xfrm>
            <a:off x="5949800" y="5304763"/>
            <a:ext cx="4040400" cy="371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167" name="Google Shape;167;p24"/>
          <p:cNvSpPr/>
          <p:nvPr/>
        </p:nvSpPr>
        <p:spPr>
          <a:xfrm>
            <a:off x="1444875" y="2363400"/>
            <a:ext cx="1764900" cy="8823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sp>
        <p:nvSpPr>
          <p:cNvPr id="173" name="Google Shape;173;p25"/>
          <p:cNvSpPr txBox="1">
            <a:spLocks noGrp="1"/>
          </p:cNvSpPr>
          <p:nvPr>
            <p:ph type="body" idx="1"/>
          </p:nvPr>
        </p:nvSpPr>
        <p:spPr>
          <a:xfrm>
            <a:off x="1251675" y="2286000"/>
            <a:ext cx="10497600" cy="379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b="1"/>
              <a:t>Orden de ejecución</a:t>
            </a:r>
            <a:endParaRPr sz="2600" b="1"/>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Cuando el navegador encuentra un bloque de JavaScript, generalmente lo ejecuta en orden, de arriba a abajo. Es importante el orden en el que colocamos el código.</a:t>
            </a:r>
            <a:endParaRPr sz="2600"/>
          </a:p>
          <a:p>
            <a:pPr marL="0" lvl="0" indent="0" algn="l" rtl="0">
              <a:lnSpc>
                <a:spcPct val="100000"/>
              </a:lnSpc>
              <a:spcBef>
                <a:spcPts val="0"/>
              </a:spcBef>
              <a:spcAft>
                <a:spcPts val="0"/>
              </a:spcAft>
              <a:buNone/>
            </a:pPr>
            <a:endParaRPr sz="2600"/>
          </a:p>
          <a:p>
            <a:pPr marL="0" lvl="0" indent="0" algn="ctr" rtl="0">
              <a:lnSpc>
                <a:spcPct val="100000"/>
              </a:lnSpc>
              <a:spcBef>
                <a:spcPts val="0"/>
              </a:spcBef>
              <a:spcAft>
                <a:spcPts val="0"/>
              </a:spcAft>
              <a:buNone/>
            </a:pPr>
            <a:r>
              <a:rPr lang="es-ES" sz="2600">
                <a:highlight>
                  <a:srgbClr val="FFFF00"/>
                </a:highlight>
              </a:rPr>
              <a:t>alert("primero");</a:t>
            </a:r>
            <a:endParaRPr sz="2600">
              <a:highlight>
                <a:srgbClr val="FFFF00"/>
              </a:highlight>
            </a:endParaRPr>
          </a:p>
          <a:p>
            <a:pPr marL="0" lvl="0" indent="0" algn="ctr" rtl="0">
              <a:lnSpc>
                <a:spcPct val="100000"/>
              </a:lnSpc>
              <a:spcBef>
                <a:spcPts val="0"/>
              </a:spcBef>
              <a:spcAft>
                <a:spcPts val="0"/>
              </a:spcAft>
              <a:buNone/>
            </a:pPr>
            <a:r>
              <a:rPr lang="es-ES" sz="2600">
                <a:highlight>
                  <a:srgbClr val="FFFF00"/>
                </a:highlight>
              </a:rPr>
              <a:t>alert("segundo");</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sp>
        <p:nvSpPr>
          <p:cNvPr id="179" name="Google Shape;179;p26"/>
          <p:cNvSpPr txBox="1">
            <a:spLocks noGrp="1"/>
          </p:cNvSpPr>
          <p:nvPr>
            <p:ph type="body" idx="1"/>
          </p:nvPr>
        </p:nvSpPr>
        <p:spPr>
          <a:xfrm>
            <a:off x="1251675" y="2286000"/>
            <a:ext cx="10497600" cy="379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b="1"/>
              <a:t>JavaScript </a:t>
            </a:r>
            <a:r>
              <a:rPr lang="es-ES" sz="2600"/>
              <a:t>distingue entre mayúsculas y minúsculas y es muy exigente, por lo que debes ingresar la sintaxis exactamente como se muestra; de lo contrario, es posible que no funcione.</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1251675" y="382375"/>
            <a:ext cx="10178400" cy="173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Primeros pasos Javascript</a:t>
            </a:r>
            <a:endParaRPr/>
          </a:p>
        </p:txBody>
      </p:sp>
      <p:sp>
        <p:nvSpPr>
          <p:cNvPr id="185" name="Google Shape;185;p27"/>
          <p:cNvSpPr txBox="1">
            <a:spLocks noGrp="1"/>
          </p:cNvSpPr>
          <p:nvPr>
            <p:ph type="body" idx="1"/>
          </p:nvPr>
        </p:nvSpPr>
        <p:spPr>
          <a:xfrm>
            <a:off x="1251675" y="2286000"/>
            <a:ext cx="10497600" cy="379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b="1"/>
              <a:t>Valores por consola</a:t>
            </a:r>
            <a:endParaRPr sz="2600" b="1"/>
          </a:p>
          <a:p>
            <a:pPr marL="0" lvl="0" indent="0" algn="l" rtl="0">
              <a:lnSpc>
                <a:spcPct val="100000"/>
              </a:lnSpc>
              <a:spcBef>
                <a:spcPts val="0"/>
              </a:spcBef>
              <a:spcAft>
                <a:spcPts val="0"/>
              </a:spcAft>
              <a:buNone/>
            </a:pPr>
            <a:endParaRPr sz="2600" b="1"/>
          </a:p>
          <a:p>
            <a:pPr marL="0" lvl="0" indent="0" algn="l" rtl="0">
              <a:lnSpc>
                <a:spcPct val="100000"/>
              </a:lnSpc>
              <a:spcBef>
                <a:spcPts val="0"/>
              </a:spcBef>
              <a:spcAft>
                <a:spcPts val="0"/>
              </a:spcAft>
              <a:buNone/>
            </a:pPr>
            <a:r>
              <a:rPr lang="es-ES" sz="2600"/>
              <a:t>Para mostrar valores por consola, se utiliza la función:</a:t>
            </a:r>
            <a:endParaRPr sz="2600"/>
          </a:p>
          <a:p>
            <a:pPr marL="0" lvl="0" indent="0" algn="l" rtl="0">
              <a:lnSpc>
                <a:spcPct val="100000"/>
              </a:lnSpc>
              <a:spcBef>
                <a:spcPts val="0"/>
              </a:spcBef>
              <a:spcAft>
                <a:spcPts val="0"/>
              </a:spcAft>
              <a:buNone/>
            </a:pPr>
            <a:r>
              <a:rPr lang="es-ES" sz="2600">
                <a:highlight>
                  <a:srgbClr val="FFFF00"/>
                </a:highlight>
              </a:rPr>
              <a:t>console.log()</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ctrTitle"/>
          </p:nvPr>
        </p:nvSpPr>
        <p:spPr>
          <a:xfrm>
            <a:off x="1104403" y="1434818"/>
            <a:ext cx="10318500" cy="4395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10000"/>
              <a:buFont typeface="Impact"/>
              <a:buNone/>
            </a:pPr>
            <a:r>
              <a:rPr lang="es-ES"/>
              <a:t>Sintaxis Básica de JavaScript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196" name="Google Shape;196;p29"/>
          <p:cNvSpPr txBox="1">
            <a:spLocks noGrp="1"/>
          </p:cNvSpPr>
          <p:nvPr>
            <p:ph type="body" idx="1"/>
          </p:nvPr>
        </p:nvSpPr>
        <p:spPr>
          <a:xfrm>
            <a:off x="1251675" y="1548075"/>
            <a:ext cx="10497600" cy="463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La mayoría del tiempo, una aplicación de JavaScript necesita trabajar con información. </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Ejemplos:</a:t>
            </a:r>
            <a:endParaRPr sz="2600"/>
          </a:p>
          <a:p>
            <a:pPr marL="457200" lvl="0" indent="-393700" algn="l" rtl="0">
              <a:lnSpc>
                <a:spcPct val="100000"/>
              </a:lnSpc>
              <a:spcBef>
                <a:spcPts val="0"/>
              </a:spcBef>
              <a:spcAft>
                <a:spcPts val="0"/>
              </a:spcAft>
              <a:buSzPts val="2600"/>
              <a:buChar char="•"/>
            </a:pPr>
            <a:r>
              <a:rPr lang="es-ES" sz="2600"/>
              <a:t>Una tienda en línea – La información puede incluir los bienes a la venta y un “carrito de compras”.</a:t>
            </a:r>
            <a:endParaRPr sz="2600"/>
          </a:p>
          <a:p>
            <a:pPr marL="457200" lvl="0" indent="-393700" algn="l" rtl="0">
              <a:lnSpc>
                <a:spcPct val="100000"/>
              </a:lnSpc>
              <a:spcBef>
                <a:spcPts val="0"/>
              </a:spcBef>
              <a:spcAft>
                <a:spcPts val="0"/>
              </a:spcAft>
              <a:buSzPts val="2600"/>
              <a:buChar char="•"/>
            </a:pPr>
            <a:r>
              <a:rPr lang="es-ES" sz="2600"/>
              <a:t>Una aplicación de chat – La información puede incluir los usuarios, mensajes, y mucho más.</a:t>
            </a:r>
            <a:endParaRPr sz="2600"/>
          </a:p>
          <a:p>
            <a:pPr marL="0" lvl="0" indent="0" algn="l" rtl="0">
              <a:lnSpc>
                <a:spcPct val="100000"/>
              </a:lnSpc>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202" name="Google Shape;202;p30"/>
          <p:cNvSpPr txBox="1">
            <a:spLocks noGrp="1"/>
          </p:cNvSpPr>
          <p:nvPr>
            <p:ph type="body" idx="1"/>
          </p:nvPr>
        </p:nvSpPr>
        <p:spPr>
          <a:xfrm>
            <a:off x="1251675" y="1548075"/>
            <a:ext cx="10497600" cy="205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Una variable es un “almacén con un nombre” para guardar datos.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
        <p:nvSpPr>
          <p:cNvPr id="203" name="Google Shape;203;p30"/>
          <p:cNvSpPr/>
          <p:nvPr/>
        </p:nvSpPr>
        <p:spPr>
          <a:xfrm>
            <a:off x="6485000" y="3106500"/>
            <a:ext cx="3189000" cy="2941500"/>
          </a:xfrm>
          <a:prstGeom prst="cube">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204" name="Google Shape;204;p30"/>
          <p:cNvSpPr txBox="1"/>
          <p:nvPr/>
        </p:nvSpPr>
        <p:spPr>
          <a:xfrm>
            <a:off x="7800800" y="3106500"/>
            <a:ext cx="5574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3600">
                <a:solidFill>
                  <a:srgbClr val="FF0000"/>
                </a:solidFill>
                <a:latin typeface="Gill Sans"/>
                <a:ea typeface="Gill Sans"/>
                <a:cs typeface="Gill Sans"/>
                <a:sym typeface="Gill Sans"/>
              </a:rPr>
              <a:t>8</a:t>
            </a:r>
            <a:endParaRPr sz="3600">
              <a:solidFill>
                <a:srgbClr val="FF0000"/>
              </a:solidFill>
              <a:latin typeface="Gill Sans"/>
              <a:ea typeface="Gill Sans"/>
              <a:cs typeface="Gill Sans"/>
              <a:sym typeface="Gill Sans"/>
            </a:endParaRPr>
          </a:p>
        </p:txBody>
      </p:sp>
      <p:sp>
        <p:nvSpPr>
          <p:cNvPr id="205" name="Google Shape;205;p30"/>
          <p:cNvSpPr txBox="1"/>
          <p:nvPr/>
        </p:nvSpPr>
        <p:spPr>
          <a:xfrm>
            <a:off x="6606825" y="4391375"/>
            <a:ext cx="2384100" cy="10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3600">
                <a:solidFill>
                  <a:srgbClr val="434343"/>
                </a:solidFill>
                <a:latin typeface="Gill Sans"/>
                <a:ea typeface="Gill Sans"/>
                <a:cs typeface="Gill Sans"/>
                <a:sym typeface="Gill Sans"/>
              </a:rPr>
              <a:t>mi_variable</a:t>
            </a:r>
            <a:endParaRPr sz="3600">
              <a:solidFill>
                <a:srgbClr val="434343"/>
              </a:solidFill>
              <a:latin typeface="Gill Sans"/>
              <a:ea typeface="Gill Sans"/>
              <a:cs typeface="Gill Sans"/>
              <a:sym typeface="Gill Sans"/>
            </a:endParaRPr>
          </a:p>
        </p:txBody>
      </p:sp>
      <p:sp>
        <p:nvSpPr>
          <p:cNvPr id="206" name="Google Shape;206;p30"/>
          <p:cNvSpPr/>
          <p:nvPr/>
        </p:nvSpPr>
        <p:spPr>
          <a:xfrm rot="-708443">
            <a:off x="5098008" y="4757356"/>
            <a:ext cx="1470515" cy="526239"/>
          </a:xfrm>
          <a:prstGeom prst="rightArrow">
            <a:avLst>
              <a:gd name="adj1" fmla="val 50000"/>
              <a:gd name="adj2"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207" name="Google Shape;207;p30"/>
          <p:cNvSpPr txBox="1"/>
          <p:nvPr/>
        </p:nvSpPr>
        <p:spPr>
          <a:xfrm>
            <a:off x="1584200" y="4612475"/>
            <a:ext cx="4241700" cy="19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2600">
                <a:solidFill>
                  <a:srgbClr val="595959"/>
                </a:solidFill>
                <a:latin typeface="Gill Sans"/>
                <a:ea typeface="Gill Sans"/>
                <a:cs typeface="Gill Sans"/>
                <a:sym typeface="Gill Sans"/>
              </a:rPr>
              <a:t>Cada variable tiene un nombre, de modo que podamos acceder a ese dato siempre que necesitemos.</a:t>
            </a:r>
            <a:endParaRPr sz="2600">
              <a:solidFill>
                <a:srgbClr val="595959"/>
              </a:solidFill>
              <a:latin typeface="Gill Sans"/>
              <a:ea typeface="Gill Sans"/>
              <a:cs typeface="Gill Sans"/>
              <a:sym typeface="Gill Sans"/>
            </a:endParaRPr>
          </a:p>
        </p:txBody>
      </p:sp>
      <p:sp>
        <p:nvSpPr>
          <p:cNvPr id="208" name="Google Shape;208;p30"/>
          <p:cNvSpPr txBox="1"/>
          <p:nvPr/>
        </p:nvSpPr>
        <p:spPr>
          <a:xfrm>
            <a:off x="4045675" y="2785875"/>
            <a:ext cx="1346700" cy="81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ES" sz="3600">
                <a:solidFill>
                  <a:srgbClr val="FF0000"/>
                </a:solidFill>
                <a:latin typeface="Gill Sans"/>
                <a:ea typeface="Gill Sans"/>
                <a:cs typeface="Gill Sans"/>
                <a:sym typeface="Gill Sans"/>
              </a:rPr>
              <a:t>Dato</a:t>
            </a:r>
            <a:endParaRPr sz="3600">
              <a:solidFill>
                <a:srgbClr val="FF0000"/>
              </a:solidFill>
              <a:latin typeface="Gill Sans"/>
              <a:ea typeface="Gill Sans"/>
              <a:cs typeface="Gill Sans"/>
              <a:sym typeface="Gill Sans"/>
            </a:endParaRPr>
          </a:p>
        </p:txBody>
      </p:sp>
      <p:sp>
        <p:nvSpPr>
          <p:cNvPr id="209" name="Google Shape;209;p30"/>
          <p:cNvSpPr/>
          <p:nvPr/>
        </p:nvSpPr>
        <p:spPr>
          <a:xfrm rot="315342">
            <a:off x="5408234" y="3100378"/>
            <a:ext cx="2184484" cy="526321"/>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215" name="Google Shape;215;p31"/>
          <p:cNvSpPr txBox="1">
            <a:spLocks noGrp="1"/>
          </p:cNvSpPr>
          <p:nvPr>
            <p:ph type="body" idx="1"/>
          </p:nvPr>
        </p:nvSpPr>
        <p:spPr>
          <a:xfrm>
            <a:off x="1251675" y="1548075"/>
            <a:ext cx="10497600" cy="309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Entonces una variable es un espacio en memoria donde se almacena un dato, un espacio donde podemos guardar cualquier tipo de información que necesitemos. Podemos pensarla como una caja, donde almacenamos un dato. Esa caja tiene un nombre, para que más adelante podamos referirnos a la variable, recuperar el dato así como asignar un valor a la variable siempre que deseemos.</a:t>
            </a: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221" name="Google Shape;221;p32"/>
          <p:cNvSpPr txBox="1">
            <a:spLocks noGrp="1"/>
          </p:cNvSpPr>
          <p:nvPr>
            <p:ph type="body" idx="1"/>
          </p:nvPr>
        </p:nvSpPr>
        <p:spPr>
          <a:xfrm>
            <a:off x="1251675" y="1548075"/>
            <a:ext cx="99462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Para generar una variable en JavaScript, se usa la palabra clave </a:t>
            </a:r>
            <a:r>
              <a:rPr lang="es-ES" sz="2600" b="1"/>
              <a:t>let</a:t>
            </a:r>
            <a:r>
              <a:rPr lang="es-ES" sz="2600"/>
              <a:t>.</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La siguiente declaración genera (en otras palabras: declara o define) una variable con el nombre “mensaje”:</a:t>
            </a:r>
            <a:endParaRPr sz="2600"/>
          </a:p>
          <a:p>
            <a:pPr marL="0" lvl="0" indent="0" algn="l" rtl="0">
              <a:lnSpc>
                <a:spcPct val="100000"/>
              </a:lnSpc>
              <a:spcBef>
                <a:spcPts val="0"/>
              </a:spcBef>
              <a:spcAft>
                <a:spcPts val="0"/>
              </a:spcAft>
              <a:buNone/>
            </a:pPr>
            <a:r>
              <a:rPr lang="es-ES" sz="2600">
                <a:highlight>
                  <a:srgbClr val="FFFF00"/>
                </a:highlight>
              </a:rPr>
              <a:t>let mensaje;</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Ahora podemos introducir datos en ella al utilizar el operador de asignación =</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mensaje = 'Hola';</a:t>
            </a:r>
            <a:r>
              <a:rPr lang="es-ES" sz="2600"/>
              <a:t> // almacenar la cadena 'Hola' en la variable llamada mensaje</a:t>
            </a:r>
            <a:endParaRPr sz="2600"/>
          </a:p>
          <a:p>
            <a:pPr marL="0" lvl="0" indent="0" algn="l" rtl="0">
              <a:lnSpc>
                <a:spcPct val="100000"/>
              </a:lnSpc>
              <a:spcBef>
                <a:spcPts val="0"/>
              </a:spcBef>
              <a:spcAft>
                <a:spcPts val="0"/>
              </a:spcAft>
              <a:buNone/>
            </a:pPr>
            <a:r>
              <a:rPr lang="es-ES" sz="2600">
                <a:highlight>
                  <a:srgbClr val="FFFF00"/>
                </a:highlight>
              </a:rPr>
              <a:t>alert(mensaje);</a:t>
            </a:r>
            <a:r>
              <a:rPr lang="es-ES" sz="2600">
                <a:highlight>
                  <a:schemeClr val="lt1"/>
                </a:highlight>
              </a:rPr>
              <a:t> </a:t>
            </a:r>
            <a:r>
              <a:rPr lang="es-ES" sz="2600"/>
              <a:t>// muestra el contenido de la variable,</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227" name="Google Shape;227;p33"/>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El nombre únicamente puede incluir letras, dígitos, o los símbolos $ y _.</a:t>
            </a:r>
            <a:endParaRPr sz="2600"/>
          </a:p>
          <a:p>
            <a:pPr marL="0" lvl="0" indent="0" algn="l" rtl="0">
              <a:lnSpc>
                <a:spcPct val="100000"/>
              </a:lnSpc>
              <a:spcBef>
                <a:spcPts val="0"/>
              </a:spcBef>
              <a:spcAft>
                <a:spcPts val="0"/>
              </a:spcAft>
              <a:buNone/>
            </a:pPr>
            <a:r>
              <a:rPr lang="es-ES" sz="2600"/>
              <a:t>El primer carácter no puede ser un dígito.</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Ejemplos de nombres válidos:</a:t>
            </a:r>
            <a:endParaRPr sz="2600"/>
          </a:p>
          <a:p>
            <a:pPr marL="0" lvl="0" indent="0" algn="l" rtl="0">
              <a:lnSpc>
                <a:spcPct val="100000"/>
              </a:lnSpc>
              <a:spcBef>
                <a:spcPts val="0"/>
              </a:spcBef>
              <a:spcAft>
                <a:spcPts val="0"/>
              </a:spcAft>
              <a:buNone/>
            </a:pPr>
            <a:r>
              <a:rPr lang="es-ES" sz="2600">
                <a:highlight>
                  <a:srgbClr val="FFFF00"/>
                </a:highlight>
              </a:rPr>
              <a:t>let usuarioNombre;</a:t>
            </a:r>
            <a:endParaRPr sz="2600">
              <a:highlight>
                <a:srgbClr val="FFFF00"/>
              </a:highlight>
            </a:endParaRPr>
          </a:p>
          <a:p>
            <a:pPr marL="0" lvl="0" indent="0" algn="l" rtl="0">
              <a:lnSpc>
                <a:spcPct val="100000"/>
              </a:lnSpc>
              <a:spcBef>
                <a:spcPts val="0"/>
              </a:spcBef>
              <a:spcAft>
                <a:spcPts val="0"/>
              </a:spcAft>
              <a:buNone/>
            </a:pPr>
            <a:r>
              <a:rPr lang="es-ES" sz="2600">
                <a:highlight>
                  <a:srgbClr val="FFFF00"/>
                </a:highlight>
              </a:rPr>
              <a:t>let test123;</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Cuando el nombre contiene varias palabras, comúnmente se utiliza </a:t>
            </a:r>
            <a:r>
              <a:rPr lang="es-ES" sz="2600">
                <a:solidFill>
                  <a:srgbClr val="FF0000"/>
                </a:solidFill>
              </a:rPr>
              <a:t>camelCase</a:t>
            </a:r>
            <a:r>
              <a:rPr lang="es-ES" sz="2600"/>
              <a:t>. Ejemplo: </a:t>
            </a:r>
            <a:r>
              <a:rPr lang="es-ES" sz="2600">
                <a:solidFill>
                  <a:srgbClr val="FF0000"/>
                </a:solidFill>
              </a:rPr>
              <a:t>nombreApellidoUsuario</a:t>
            </a:r>
            <a:r>
              <a:rPr lang="es-ES" sz="2600"/>
              <a:t>.</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Variables</a:t>
            </a:r>
            <a:endParaRPr/>
          </a:p>
        </p:txBody>
      </p:sp>
      <p:sp>
        <p:nvSpPr>
          <p:cNvPr id="233" name="Google Shape;233;p34"/>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Hay una </a:t>
            </a:r>
            <a:r>
              <a:rPr lang="es-ES" sz="2600" b="1"/>
              <a:t>lista de palabras reservadas</a:t>
            </a:r>
            <a:r>
              <a:rPr lang="es-ES" sz="2600"/>
              <a:t>, las cuales no pueden ser utilizadas como nombre de variable porque el lenguaje en sí las utiliza.</a:t>
            </a:r>
            <a:endParaRPr sz="2600"/>
          </a:p>
          <a:p>
            <a:pPr marL="0" lvl="0" indent="0" algn="l" rtl="0">
              <a:lnSpc>
                <a:spcPct val="100000"/>
              </a:lnSpc>
              <a:spcBef>
                <a:spcPts val="0"/>
              </a:spcBef>
              <a:spcAft>
                <a:spcPts val="0"/>
              </a:spcAft>
              <a:buNone/>
            </a:pPr>
            <a:r>
              <a:rPr lang="es-ES" sz="2600"/>
              <a:t>Por ejemplo: </a:t>
            </a:r>
            <a:r>
              <a:rPr lang="es-ES" sz="2600" b="1"/>
              <a:t>let, class, return, y function</a:t>
            </a:r>
            <a:r>
              <a:rPr lang="es-ES" sz="2600"/>
              <a:t> están reservadas.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El siguiente código nos da un error de sintaxis:</a:t>
            </a:r>
            <a:endParaRPr sz="2600"/>
          </a:p>
          <a:p>
            <a:pPr marL="0" lvl="0" indent="0" algn="l" rtl="0">
              <a:lnSpc>
                <a:spcPct val="100000"/>
              </a:lnSpc>
              <a:spcBef>
                <a:spcPts val="0"/>
              </a:spcBef>
              <a:spcAft>
                <a:spcPts val="0"/>
              </a:spcAft>
              <a:buNone/>
            </a:pPr>
            <a:r>
              <a:rPr lang="es-ES" sz="2600">
                <a:highlight>
                  <a:srgbClr val="FFFF00"/>
                </a:highlight>
              </a:rPr>
              <a:t>let let = 5;</a:t>
            </a:r>
            <a:r>
              <a:rPr lang="es-ES" sz="2600"/>
              <a:t> // no se puede nombrar "let" a una variable  ¡Error!</a:t>
            </a:r>
            <a:endParaRPr sz="2600"/>
          </a:p>
          <a:p>
            <a:pPr marL="0" lvl="0" indent="0" algn="l" rtl="0">
              <a:lnSpc>
                <a:spcPct val="100000"/>
              </a:lnSpc>
              <a:spcBef>
                <a:spcPts val="0"/>
              </a:spcBef>
              <a:spcAft>
                <a:spcPts val="0"/>
              </a:spcAft>
              <a:buNone/>
            </a:pPr>
            <a:r>
              <a:rPr lang="es-ES" sz="2600">
                <a:highlight>
                  <a:srgbClr val="FFFF00"/>
                </a:highlight>
              </a:rPr>
              <a:t>let return = 5;</a:t>
            </a:r>
            <a:r>
              <a:rPr lang="es-ES" sz="2600"/>
              <a:t> // tampoco se le puede nombrar "return", ¡Error!</a:t>
            </a: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Constantes</a:t>
            </a:r>
            <a:endParaRPr/>
          </a:p>
        </p:txBody>
      </p:sp>
      <p:sp>
        <p:nvSpPr>
          <p:cNvPr id="239" name="Google Shape;239;p35"/>
          <p:cNvSpPr txBox="1">
            <a:spLocks noGrp="1"/>
          </p:cNvSpPr>
          <p:nvPr>
            <p:ph type="body" idx="1"/>
          </p:nvPr>
        </p:nvSpPr>
        <p:spPr>
          <a:xfrm>
            <a:off x="1251675" y="1486152"/>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Para declarar una variable constante (inmutable) use const en vez de let:</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const tuCumple = '18.04.1996';</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Las variables declaradas utilizando const se llaman “constantes”. No pueden ser alteradas. Al intentarlo causaría un error:</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const tuCumple = '18.04.1996’;</a:t>
            </a:r>
            <a:endParaRPr sz="2600">
              <a:highlight>
                <a:srgbClr val="FFFF00"/>
              </a:highlight>
            </a:endParaRPr>
          </a:p>
          <a:p>
            <a:pPr marL="0" lvl="0" indent="0" algn="l" rtl="0">
              <a:lnSpc>
                <a:spcPct val="100000"/>
              </a:lnSpc>
              <a:spcBef>
                <a:spcPts val="0"/>
              </a:spcBef>
              <a:spcAft>
                <a:spcPts val="0"/>
              </a:spcAft>
              <a:buNone/>
            </a:pPr>
            <a:r>
              <a:rPr lang="es-ES" sz="2600">
                <a:highlight>
                  <a:srgbClr val="FFFF00"/>
                </a:highlight>
              </a:rPr>
              <a:t>tuCumple = '01.01.2001';</a:t>
            </a:r>
            <a:r>
              <a:rPr lang="es-ES" sz="2600"/>
              <a:t> // ¡error, no se puede reasignar la constante!</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Cuando un programador está seguro de que una variable nunca cambiará, puede declarar la variable con const para garantizar y comunicar claramente este hecho a todos.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Tipos de datos primitivos</a:t>
            </a:r>
            <a:endParaRPr/>
          </a:p>
        </p:txBody>
      </p:sp>
      <p:sp>
        <p:nvSpPr>
          <p:cNvPr id="245" name="Google Shape;245;p36"/>
          <p:cNvSpPr txBox="1">
            <a:spLocks noGrp="1"/>
          </p:cNvSpPr>
          <p:nvPr>
            <p:ph type="body" idx="1"/>
          </p:nvPr>
        </p:nvSpPr>
        <p:spPr>
          <a:xfrm>
            <a:off x="1057850" y="1439709"/>
            <a:ext cx="10805700" cy="559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400"/>
              <a:t>En JavaScript, los tipos de datos primitivos son los tipos de datos más básicos que no se pueden descomponer en tipos más simples.</a:t>
            </a:r>
            <a:endParaRPr sz="2400"/>
          </a:p>
          <a:p>
            <a:pPr marL="0" lvl="0" indent="0" algn="l" rtl="0">
              <a:lnSpc>
                <a:spcPct val="100000"/>
              </a:lnSpc>
              <a:spcBef>
                <a:spcPts val="0"/>
              </a:spcBef>
              <a:spcAft>
                <a:spcPts val="0"/>
              </a:spcAft>
              <a:buNone/>
            </a:pPr>
            <a:r>
              <a:rPr lang="es-ES" sz="2400"/>
              <a:t> </a:t>
            </a:r>
            <a:endParaRPr sz="2400"/>
          </a:p>
          <a:p>
            <a:pPr marL="0" lvl="0" indent="0" algn="l" rtl="0">
              <a:lnSpc>
                <a:spcPct val="100000"/>
              </a:lnSpc>
              <a:spcBef>
                <a:spcPts val="0"/>
              </a:spcBef>
              <a:spcAft>
                <a:spcPts val="0"/>
              </a:spcAft>
              <a:buNone/>
            </a:pPr>
            <a:r>
              <a:rPr lang="es-ES" sz="2400"/>
              <a:t>Los tipos de datos primitivos en JavaScript incluyen:</a:t>
            </a:r>
            <a:endParaRPr sz="2400"/>
          </a:p>
          <a:p>
            <a:pPr marL="457200" lvl="0" indent="-381000" algn="l" rtl="0">
              <a:lnSpc>
                <a:spcPct val="100000"/>
              </a:lnSpc>
              <a:spcBef>
                <a:spcPts val="0"/>
              </a:spcBef>
              <a:spcAft>
                <a:spcPts val="0"/>
              </a:spcAft>
              <a:buSzPts val="2400"/>
              <a:buChar char="•"/>
            </a:pPr>
            <a:r>
              <a:rPr lang="es-ES" sz="2400" b="1"/>
              <a:t>number (número):</a:t>
            </a:r>
            <a:r>
              <a:rPr lang="es-ES" sz="2400"/>
              <a:t> Representa tanto números enteros como de punto flotante.</a:t>
            </a:r>
            <a:endParaRPr sz="2400"/>
          </a:p>
          <a:p>
            <a:pPr marL="457200" lvl="0" indent="-381000" algn="l" rtl="0">
              <a:lnSpc>
                <a:spcPct val="100000"/>
              </a:lnSpc>
              <a:spcBef>
                <a:spcPts val="0"/>
              </a:spcBef>
              <a:spcAft>
                <a:spcPts val="0"/>
              </a:spcAft>
              <a:buSzPts val="2400"/>
              <a:buChar char="•"/>
            </a:pPr>
            <a:r>
              <a:rPr lang="es-ES" sz="2400" b="1"/>
              <a:t>string (cadena de texto):</a:t>
            </a:r>
            <a:r>
              <a:rPr lang="es-ES" sz="2400"/>
              <a:t> Representa una secuencia de caracteres.</a:t>
            </a:r>
            <a:endParaRPr sz="2400"/>
          </a:p>
          <a:p>
            <a:pPr marL="457200" lvl="0" indent="-381000" algn="l" rtl="0">
              <a:lnSpc>
                <a:spcPct val="100000"/>
              </a:lnSpc>
              <a:spcBef>
                <a:spcPts val="0"/>
              </a:spcBef>
              <a:spcAft>
                <a:spcPts val="0"/>
              </a:spcAft>
              <a:buSzPts val="2400"/>
              <a:buChar char="•"/>
            </a:pPr>
            <a:r>
              <a:rPr lang="es-ES" sz="2400" b="1"/>
              <a:t>boolean (booleano):</a:t>
            </a:r>
            <a:r>
              <a:rPr lang="es-ES" sz="2400"/>
              <a:t> Representa un valor de verdad, que puede ser </a:t>
            </a:r>
            <a:r>
              <a:rPr lang="es-ES" sz="2400" b="1"/>
              <a:t>true </a:t>
            </a:r>
            <a:r>
              <a:rPr lang="es-ES" sz="2400"/>
              <a:t>o </a:t>
            </a:r>
            <a:r>
              <a:rPr lang="es-ES" sz="2400" b="1"/>
              <a:t>false</a:t>
            </a:r>
            <a:r>
              <a:rPr lang="es-ES" sz="2400"/>
              <a:t>. </a:t>
            </a:r>
            <a:endParaRPr sz="2400"/>
          </a:p>
          <a:p>
            <a:pPr marL="457200" lvl="0" indent="-381000" algn="l" rtl="0">
              <a:lnSpc>
                <a:spcPct val="100000"/>
              </a:lnSpc>
              <a:spcBef>
                <a:spcPts val="0"/>
              </a:spcBef>
              <a:spcAft>
                <a:spcPts val="0"/>
              </a:spcAft>
              <a:buSzPts val="2400"/>
              <a:buChar char="•"/>
            </a:pPr>
            <a:r>
              <a:rPr lang="es-ES" sz="2400" b="1"/>
              <a:t>null:</a:t>
            </a:r>
            <a:r>
              <a:rPr lang="es-ES" sz="2400"/>
              <a:t> Representa la ausencia intencional de cualquier valor. Es un tipo de dato que tiene un solo valor: null</a:t>
            </a:r>
            <a:endParaRPr sz="2400"/>
          </a:p>
          <a:p>
            <a:pPr marL="457200" lvl="0" indent="-381000" algn="l" rtl="0">
              <a:lnSpc>
                <a:spcPct val="100000"/>
              </a:lnSpc>
              <a:spcBef>
                <a:spcPts val="0"/>
              </a:spcBef>
              <a:spcAft>
                <a:spcPts val="0"/>
              </a:spcAft>
              <a:buSzPts val="2400"/>
              <a:buChar char="•"/>
            </a:pPr>
            <a:r>
              <a:rPr lang="es-ES" sz="2400" b="1"/>
              <a:t>undefined:</a:t>
            </a:r>
            <a:r>
              <a:rPr lang="es-ES" sz="2400"/>
              <a:t> Representa un valor no asignado. Una variable que ha sido declarada pero no inicializada tiene el valor undefined.</a:t>
            </a:r>
            <a:endParaRPr sz="2400"/>
          </a:p>
          <a:p>
            <a:pPr marL="457200" lvl="0" indent="0" algn="l" rtl="0">
              <a:lnSpc>
                <a:spcPct val="100000"/>
              </a:lnSpc>
              <a:spcBef>
                <a:spcPts val="0"/>
              </a:spcBef>
              <a:spcAft>
                <a:spcPts val="0"/>
              </a:spcAft>
              <a:buNone/>
            </a:pP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number</a:t>
            </a:r>
            <a:endParaRPr/>
          </a:p>
        </p:txBody>
      </p:sp>
      <p:sp>
        <p:nvSpPr>
          <p:cNvPr id="251" name="Google Shape;251;p37"/>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Ejemplos: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let entero = 42;</a:t>
            </a:r>
            <a:r>
              <a:rPr lang="es-ES" sz="2600"/>
              <a:t>          			// Número entero</a:t>
            </a:r>
            <a:endParaRPr sz="2600"/>
          </a:p>
          <a:p>
            <a:pPr marL="0" lvl="0" indent="0" algn="l" rtl="0">
              <a:lnSpc>
                <a:spcPct val="100000"/>
              </a:lnSpc>
              <a:spcBef>
                <a:spcPts val="0"/>
              </a:spcBef>
              <a:spcAft>
                <a:spcPts val="0"/>
              </a:spcAft>
              <a:buNone/>
            </a:pPr>
            <a:r>
              <a:rPr lang="es-ES" sz="2600">
                <a:highlight>
                  <a:srgbClr val="FFFF00"/>
                </a:highlight>
              </a:rPr>
              <a:t>let flotante = 3.14;</a:t>
            </a:r>
            <a:r>
              <a:rPr lang="es-ES" sz="2600"/>
              <a:t>      			// Número de punto flotante</a:t>
            </a:r>
            <a:endParaRPr sz="2600"/>
          </a:p>
          <a:p>
            <a:pPr marL="0" lvl="0" indent="0" algn="l" rtl="0">
              <a:lnSpc>
                <a:spcPct val="100000"/>
              </a:lnSpc>
              <a:spcBef>
                <a:spcPts val="0"/>
              </a:spcBef>
              <a:spcAft>
                <a:spcPts val="0"/>
              </a:spcAft>
              <a:buNone/>
            </a:pPr>
            <a:r>
              <a:rPr lang="es-ES" sz="2600">
                <a:highlight>
                  <a:srgbClr val="FFFF00"/>
                </a:highlight>
              </a:rPr>
              <a:t>let negativo = -10; </a:t>
            </a:r>
            <a:r>
              <a:rPr lang="es-ES" sz="2600"/>
              <a:t>       			// Número negativo</a:t>
            </a:r>
            <a:endParaRPr sz="2600"/>
          </a:p>
          <a:p>
            <a:pPr marL="0" lvl="0" indent="0" algn="l" rtl="0">
              <a:lnSpc>
                <a:spcPct val="100000"/>
              </a:lnSpc>
              <a:spcBef>
                <a:spcPts val="0"/>
              </a:spcBef>
              <a:spcAft>
                <a:spcPts val="0"/>
              </a:spcAft>
              <a:buNone/>
            </a:pPr>
            <a:r>
              <a:rPr lang="es-ES" sz="2600">
                <a:highlight>
                  <a:srgbClr val="FFFF00"/>
                </a:highlight>
              </a:rPr>
              <a:t>let notANumber = NaN;</a:t>
            </a:r>
            <a:r>
              <a:rPr lang="es-ES" sz="2600"/>
              <a:t>  		// Not-a-Number (resultado de una operación matemática inválida)</a:t>
            </a:r>
            <a:endParaRPr sz="2600"/>
          </a:p>
          <a:p>
            <a:pPr marL="0" lvl="0" indent="0" algn="l" rtl="0">
              <a:lnSpc>
                <a:spcPct val="100000"/>
              </a:lnSpc>
              <a:spcBef>
                <a:spcPts val="0"/>
              </a:spcBef>
              <a:spcAft>
                <a:spcPts val="0"/>
              </a:spcAft>
              <a:buNone/>
            </a:pPr>
            <a:r>
              <a:rPr lang="es-ES" sz="2600">
                <a:highlight>
                  <a:srgbClr val="FFFF00"/>
                </a:highlight>
              </a:rPr>
              <a:t>let infinito = Infinity;</a:t>
            </a:r>
            <a:r>
              <a:rPr lang="es-ES" sz="2600"/>
              <a:t>         		// Infinito positivo</a:t>
            </a:r>
            <a:endParaRPr sz="2600"/>
          </a:p>
          <a:p>
            <a:pPr marL="0" lvl="0" indent="0" algn="l" rtl="0">
              <a:lnSpc>
                <a:spcPct val="100000"/>
              </a:lnSpc>
              <a:spcBef>
                <a:spcPts val="0"/>
              </a:spcBef>
              <a:spcAft>
                <a:spcPts val="0"/>
              </a:spcAft>
              <a:buNone/>
            </a:pPr>
            <a:r>
              <a:rPr lang="es-ES" sz="2600">
                <a:highlight>
                  <a:srgbClr val="FFFF00"/>
                </a:highlight>
              </a:rPr>
              <a:t>let menosInfinito = -Infinity;</a:t>
            </a:r>
            <a:r>
              <a:rPr lang="es-ES" sz="2600"/>
              <a:t> 	// Infinito negativo</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string</a:t>
            </a:r>
            <a:endParaRPr/>
          </a:p>
        </p:txBody>
      </p:sp>
      <p:sp>
        <p:nvSpPr>
          <p:cNvPr id="257" name="Google Shape;257;p38"/>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Ejemplos: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let saludo = 'Hola, Mundo';</a:t>
            </a:r>
            <a:r>
              <a:rPr lang="es-ES" sz="2600"/>
              <a:t>      	// Usando comillas simples</a:t>
            </a:r>
            <a:endParaRPr sz="2600"/>
          </a:p>
          <a:p>
            <a:pPr marL="0" lvl="0" indent="0" algn="l" rtl="0">
              <a:lnSpc>
                <a:spcPct val="100000"/>
              </a:lnSpc>
              <a:spcBef>
                <a:spcPts val="0"/>
              </a:spcBef>
              <a:spcAft>
                <a:spcPts val="0"/>
              </a:spcAft>
              <a:buNone/>
            </a:pPr>
            <a:r>
              <a:rPr lang="es-ES" sz="2600">
                <a:highlight>
                  <a:srgbClr val="FFFF00"/>
                </a:highlight>
              </a:rPr>
              <a:t>let nombre = "Juan";</a:t>
            </a:r>
            <a:r>
              <a:rPr lang="es-ES" sz="2600"/>
              <a:t>             		// Usando comillas dobles</a:t>
            </a:r>
            <a:endParaRPr sz="2600"/>
          </a:p>
          <a:p>
            <a:pPr marL="0" lvl="0" indent="0" algn="l" rtl="0">
              <a:lnSpc>
                <a:spcPct val="100000"/>
              </a:lnSpc>
              <a:spcBef>
                <a:spcPts val="0"/>
              </a:spcBef>
              <a:spcAft>
                <a:spcPts val="0"/>
              </a:spcAft>
              <a:buNone/>
            </a:pPr>
            <a:r>
              <a:rPr lang="es-ES" sz="2600">
                <a:highlight>
                  <a:srgbClr val="FFFF00"/>
                </a:highlight>
              </a:rPr>
              <a:t>let mensaje = `Hola, ${nombre}`;</a:t>
            </a:r>
            <a:r>
              <a:rPr lang="es-ES" sz="2600"/>
              <a:t> // Usando comillas invertidas (template literals) para interpolación de variables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boolean</a:t>
            </a:r>
            <a:endParaRPr/>
          </a:p>
        </p:txBody>
      </p:sp>
      <p:sp>
        <p:nvSpPr>
          <p:cNvPr id="263" name="Google Shape;263;p39"/>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Ejemplos: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let esVerdadero = true;</a:t>
            </a:r>
            <a:endParaRPr sz="2600">
              <a:highlight>
                <a:srgbClr val="FFFF00"/>
              </a:highlight>
            </a:endParaRPr>
          </a:p>
          <a:p>
            <a:pPr marL="0" lvl="0" indent="0" algn="l" rtl="0">
              <a:lnSpc>
                <a:spcPct val="100000"/>
              </a:lnSpc>
              <a:spcBef>
                <a:spcPts val="0"/>
              </a:spcBef>
              <a:spcAft>
                <a:spcPts val="0"/>
              </a:spcAft>
              <a:buNone/>
            </a:pPr>
            <a:r>
              <a:rPr lang="es-ES" sz="2600">
                <a:highlight>
                  <a:srgbClr val="FFFF00"/>
                </a:highlight>
              </a:rPr>
              <a:t>let esFalso = false;</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null y undefined</a:t>
            </a:r>
            <a:endParaRPr/>
          </a:p>
        </p:txBody>
      </p:sp>
      <p:sp>
        <p:nvSpPr>
          <p:cNvPr id="269" name="Google Shape;269;p40"/>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Ejemplos:</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let valorNulo = null;</a:t>
            </a:r>
            <a:endParaRPr sz="2600">
              <a:highlight>
                <a:srgbClr val="FFFF00"/>
              </a:highlight>
            </a:endParaRPr>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highlight>
                  <a:srgbClr val="FFFF00"/>
                </a:highlight>
              </a:rPr>
              <a:t>let sinDefinir;</a:t>
            </a:r>
            <a:endParaRPr sz="2600">
              <a:highlight>
                <a:srgbClr val="FFFF00"/>
              </a:highlight>
            </a:endParaRPr>
          </a:p>
          <a:p>
            <a:pPr marL="0" lvl="0" indent="0" algn="l" rtl="0">
              <a:lnSpc>
                <a:spcPct val="100000"/>
              </a:lnSpc>
              <a:spcBef>
                <a:spcPts val="0"/>
              </a:spcBef>
              <a:spcAft>
                <a:spcPts val="0"/>
              </a:spcAft>
              <a:buNone/>
            </a:pPr>
            <a:r>
              <a:rPr lang="es-ES" sz="2600">
                <a:highlight>
                  <a:srgbClr val="FFFF00"/>
                </a:highlight>
              </a:rPr>
              <a:t>console.log(sinDefinir);</a:t>
            </a:r>
            <a:r>
              <a:rPr lang="es-ES" sz="2600"/>
              <a:t> // undefined</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Resumen</a:t>
            </a:r>
            <a:endParaRPr/>
          </a:p>
        </p:txBody>
      </p:sp>
      <p:sp>
        <p:nvSpPr>
          <p:cNvPr id="275" name="Google Shape;275;p41"/>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Podemos declarar variables para almacenar datos al utilizar las palabra clave var, let, o const.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let</a:t>
            </a:r>
            <a:r>
              <a:rPr lang="es-ES" sz="2600"/>
              <a:t> – es la forma moderna de declaración de una variable.</a:t>
            </a:r>
            <a:endParaRPr sz="2600"/>
          </a:p>
          <a:p>
            <a:pPr marL="0" lvl="0" indent="0" algn="l" rtl="0">
              <a:lnSpc>
                <a:spcPct val="100000"/>
              </a:lnSpc>
              <a:spcBef>
                <a:spcPts val="0"/>
              </a:spcBef>
              <a:spcAft>
                <a:spcPts val="0"/>
              </a:spcAft>
              <a:buClr>
                <a:schemeClr val="dk1"/>
              </a:buClr>
              <a:buSzPts val="1100"/>
              <a:buFont typeface="Arial"/>
              <a:buNone/>
            </a:pPr>
            <a:r>
              <a:rPr lang="es-ES" sz="2600" b="1"/>
              <a:t>var </a:t>
            </a:r>
            <a:r>
              <a:rPr lang="es-ES" sz="2600"/>
              <a:t>– es la declaración de variable de vieja escuela. Normalmente no lo utilizamos en absoluto. </a:t>
            </a:r>
            <a:endParaRPr sz="2600"/>
          </a:p>
          <a:p>
            <a:pPr marL="0" lvl="0" indent="0" algn="l" rtl="0">
              <a:lnSpc>
                <a:spcPct val="100000"/>
              </a:lnSpc>
              <a:spcBef>
                <a:spcPts val="0"/>
              </a:spcBef>
              <a:spcAft>
                <a:spcPts val="0"/>
              </a:spcAft>
              <a:buNone/>
            </a:pPr>
            <a:r>
              <a:rPr lang="es-ES" sz="2600" b="1"/>
              <a:t>const </a:t>
            </a:r>
            <a:r>
              <a:rPr lang="es-ES" sz="2600"/>
              <a:t>– es como let, pero el valor de la variable no puede ser alterado.</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ctr" rtl="0">
              <a:lnSpc>
                <a:spcPct val="100000"/>
              </a:lnSpc>
              <a:spcBef>
                <a:spcPts val="0"/>
              </a:spcBef>
              <a:spcAft>
                <a:spcPts val="0"/>
              </a:spcAft>
              <a:buClr>
                <a:schemeClr val="dk1"/>
              </a:buClr>
              <a:buSzPts val="1100"/>
              <a:buFont typeface="Arial"/>
              <a:buNone/>
            </a:pPr>
            <a:r>
              <a:rPr lang="es-ES" sz="2600">
                <a:solidFill>
                  <a:srgbClr val="0000FF"/>
                </a:solidFill>
              </a:rPr>
              <a:t>Las variables deben ser nombradas de tal manera que entendamos fácilmente lo que está en su interior.</a:t>
            </a:r>
            <a:endParaRPr sz="2600">
              <a:solidFill>
                <a:srgbClr val="0000FF"/>
              </a:solidFill>
            </a:endParaRPr>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a:t>
            </a:r>
            <a:endParaRPr/>
          </a:p>
        </p:txBody>
      </p:sp>
      <p:sp>
        <p:nvSpPr>
          <p:cNvPr id="281" name="Google Shape;281;p42"/>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Los operadores son símbolos que se utilizan para realizar operaciones sobre valores y variables. </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a:t>Los operadores permiten manipular los datos de diversas maneras, tales como realizar cálculos matemáticos, comparar valores, y combinar expresiones lógicas.</a:t>
            </a:r>
            <a:endParaRPr sz="3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 Aritméticos</a:t>
            </a:r>
            <a:endParaRPr/>
          </a:p>
        </p:txBody>
      </p:sp>
      <p:sp>
        <p:nvSpPr>
          <p:cNvPr id="287" name="Google Shape;287;p43"/>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3000"/>
              <a:t>Se utilizan para realizar operaciones matemáticas sobre números.</a:t>
            </a:r>
            <a:endParaRPr sz="3000"/>
          </a:p>
          <a:p>
            <a:pPr marL="0" lvl="0" indent="0" algn="l" rtl="0">
              <a:lnSpc>
                <a:spcPct val="100000"/>
              </a:lnSpc>
              <a:spcBef>
                <a:spcPts val="0"/>
              </a:spcBef>
              <a:spcAft>
                <a:spcPts val="0"/>
              </a:spcAft>
              <a:buClr>
                <a:schemeClr val="dk1"/>
              </a:buClr>
              <a:buSzPts val="1100"/>
              <a:buFont typeface="Arial"/>
              <a:buNone/>
            </a:pP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Suma</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Resta</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Multiplicación</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División</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Módulo (resto de la división)</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Incremento</a:t>
            </a:r>
            <a:endParaRPr sz="3000"/>
          </a:p>
          <a:p>
            <a:pPr marL="0" lvl="0" indent="0" algn="l" rtl="0">
              <a:lnSpc>
                <a:spcPct val="100000"/>
              </a:lnSpc>
              <a:spcBef>
                <a:spcPts val="0"/>
              </a:spcBef>
              <a:spcAft>
                <a:spcPts val="0"/>
              </a:spcAft>
              <a:buClr>
                <a:schemeClr val="dk1"/>
              </a:buClr>
              <a:buSzPts val="1100"/>
              <a:buFont typeface="Arial"/>
              <a:buNone/>
            </a:pPr>
            <a:r>
              <a:rPr lang="es-ES" sz="3000" b="1"/>
              <a:t>--</a:t>
            </a:r>
            <a:r>
              <a:rPr lang="es-ES" sz="3000"/>
              <a:t> : Decremento</a:t>
            </a: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Ejemplo de operadores aritméticos</a:t>
            </a:r>
            <a:endParaRPr/>
          </a:p>
        </p:txBody>
      </p:sp>
      <p:sp>
        <p:nvSpPr>
          <p:cNvPr id="293" name="Google Shape;293;p44"/>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800"/>
              <a:t>let a = 5;</a:t>
            </a:r>
            <a:endParaRPr sz="2800"/>
          </a:p>
          <a:p>
            <a:pPr marL="0" lvl="0" indent="0" algn="l" rtl="0">
              <a:lnSpc>
                <a:spcPct val="100000"/>
              </a:lnSpc>
              <a:spcBef>
                <a:spcPts val="0"/>
              </a:spcBef>
              <a:spcAft>
                <a:spcPts val="0"/>
              </a:spcAft>
              <a:buNone/>
            </a:pPr>
            <a:r>
              <a:rPr lang="es-ES" sz="2800"/>
              <a:t>let b = 2;</a:t>
            </a:r>
            <a:endParaRPr sz="2800"/>
          </a:p>
          <a:p>
            <a:pPr marL="0" lvl="0" indent="0" algn="l" rtl="0">
              <a:lnSpc>
                <a:spcPct val="100000"/>
              </a:lnSpc>
              <a:spcBef>
                <a:spcPts val="0"/>
              </a:spcBef>
              <a:spcAft>
                <a:spcPts val="0"/>
              </a:spcAft>
              <a:buNone/>
            </a:pPr>
            <a:endParaRPr sz="2800"/>
          </a:p>
          <a:p>
            <a:pPr marL="0" lvl="0" indent="0" algn="l" rtl="0">
              <a:lnSpc>
                <a:spcPct val="100000"/>
              </a:lnSpc>
              <a:spcBef>
                <a:spcPts val="0"/>
              </a:spcBef>
              <a:spcAft>
                <a:spcPts val="0"/>
              </a:spcAft>
              <a:buNone/>
            </a:pPr>
            <a:r>
              <a:rPr lang="es-ES" sz="2800"/>
              <a:t>console.log(a + b); // 7</a:t>
            </a:r>
            <a:endParaRPr sz="2800"/>
          </a:p>
          <a:p>
            <a:pPr marL="0" lvl="0" indent="0" algn="l" rtl="0">
              <a:lnSpc>
                <a:spcPct val="100000"/>
              </a:lnSpc>
              <a:spcBef>
                <a:spcPts val="0"/>
              </a:spcBef>
              <a:spcAft>
                <a:spcPts val="0"/>
              </a:spcAft>
              <a:buNone/>
            </a:pPr>
            <a:r>
              <a:rPr lang="es-ES" sz="2800"/>
              <a:t>console.log(a - b); // 3</a:t>
            </a:r>
            <a:endParaRPr sz="2800"/>
          </a:p>
          <a:p>
            <a:pPr marL="0" lvl="0" indent="0" algn="l" rtl="0">
              <a:lnSpc>
                <a:spcPct val="100000"/>
              </a:lnSpc>
              <a:spcBef>
                <a:spcPts val="0"/>
              </a:spcBef>
              <a:spcAft>
                <a:spcPts val="0"/>
              </a:spcAft>
              <a:buNone/>
            </a:pPr>
            <a:r>
              <a:rPr lang="es-ES" sz="2800"/>
              <a:t>console.log(a * b); // 10</a:t>
            </a:r>
            <a:endParaRPr sz="2800"/>
          </a:p>
          <a:p>
            <a:pPr marL="0" lvl="0" indent="0" algn="l" rtl="0">
              <a:lnSpc>
                <a:spcPct val="100000"/>
              </a:lnSpc>
              <a:spcBef>
                <a:spcPts val="0"/>
              </a:spcBef>
              <a:spcAft>
                <a:spcPts val="0"/>
              </a:spcAft>
              <a:buNone/>
            </a:pPr>
            <a:r>
              <a:rPr lang="es-ES" sz="2800"/>
              <a:t>console.log(a / b); // 2.5</a:t>
            </a:r>
            <a:endParaRPr sz="2800"/>
          </a:p>
          <a:p>
            <a:pPr marL="0" lvl="0" indent="0" algn="l" rtl="0">
              <a:lnSpc>
                <a:spcPct val="100000"/>
              </a:lnSpc>
              <a:spcBef>
                <a:spcPts val="0"/>
              </a:spcBef>
              <a:spcAft>
                <a:spcPts val="0"/>
              </a:spcAft>
              <a:buNone/>
            </a:pPr>
            <a:r>
              <a:rPr lang="es-ES" sz="2800"/>
              <a:t>console.log(a % b); // 1</a:t>
            </a:r>
            <a:endParaRPr sz="2800"/>
          </a:p>
          <a:p>
            <a:pPr marL="0" lvl="0" indent="0" algn="l" rtl="0">
              <a:lnSpc>
                <a:spcPct val="100000"/>
              </a:lnSpc>
              <a:spcBef>
                <a:spcPts val="0"/>
              </a:spcBef>
              <a:spcAft>
                <a:spcPts val="0"/>
              </a:spcAft>
              <a:buNone/>
            </a:pPr>
            <a:r>
              <a:rPr lang="es-ES" sz="2800"/>
              <a:t>a++;</a:t>
            </a:r>
            <a:endParaRPr sz="2800"/>
          </a:p>
          <a:p>
            <a:pPr marL="0" lvl="0" indent="0" algn="l" rtl="0">
              <a:lnSpc>
                <a:spcPct val="100000"/>
              </a:lnSpc>
              <a:spcBef>
                <a:spcPts val="0"/>
              </a:spcBef>
              <a:spcAft>
                <a:spcPts val="0"/>
              </a:spcAft>
              <a:buNone/>
            </a:pPr>
            <a:r>
              <a:rPr lang="es-ES" sz="2800"/>
              <a:t>console.log(a); // 6</a:t>
            </a:r>
            <a:endParaRPr sz="2800"/>
          </a:p>
          <a:p>
            <a:pPr marL="0" lvl="0" indent="0" algn="l" rtl="0">
              <a:lnSpc>
                <a:spcPct val="100000"/>
              </a:lnSpc>
              <a:spcBef>
                <a:spcPts val="0"/>
              </a:spcBef>
              <a:spcAft>
                <a:spcPts val="0"/>
              </a:spcAft>
              <a:buNone/>
            </a:pPr>
            <a:r>
              <a:rPr lang="es-ES" sz="2800"/>
              <a:t>b--;</a:t>
            </a:r>
            <a:endParaRPr sz="2800"/>
          </a:p>
          <a:p>
            <a:pPr marL="0" lvl="0" indent="0" algn="l" rtl="0">
              <a:lnSpc>
                <a:spcPct val="100000"/>
              </a:lnSpc>
              <a:spcBef>
                <a:spcPts val="0"/>
              </a:spcBef>
              <a:spcAft>
                <a:spcPts val="0"/>
              </a:spcAft>
              <a:buNone/>
            </a:pPr>
            <a:r>
              <a:rPr lang="es-ES" sz="2800"/>
              <a:t>console.log(b); // 1</a:t>
            </a:r>
            <a:endParaRPr sz="28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 de Asignación</a:t>
            </a:r>
            <a:endParaRPr/>
          </a:p>
        </p:txBody>
      </p:sp>
      <p:sp>
        <p:nvSpPr>
          <p:cNvPr id="299" name="Google Shape;299;p45"/>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Se utilizan para asignar valores a las variables.</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b="1"/>
              <a:t>=</a:t>
            </a:r>
            <a:r>
              <a:rPr lang="es-ES" sz="3000"/>
              <a:t> : Asignación simple</a:t>
            </a:r>
            <a:endParaRPr sz="3000"/>
          </a:p>
          <a:p>
            <a:pPr marL="0" lvl="0" indent="0" algn="l" rtl="0">
              <a:lnSpc>
                <a:spcPct val="100000"/>
              </a:lnSpc>
              <a:spcBef>
                <a:spcPts val="0"/>
              </a:spcBef>
              <a:spcAft>
                <a:spcPts val="0"/>
              </a:spcAft>
              <a:buNone/>
            </a:pPr>
            <a:r>
              <a:rPr lang="es-ES" sz="3000" b="1"/>
              <a:t>+=</a:t>
            </a:r>
            <a:r>
              <a:rPr lang="es-ES" sz="3000"/>
              <a:t> : Asignación con suma</a:t>
            </a:r>
            <a:endParaRPr sz="3000"/>
          </a:p>
          <a:p>
            <a:pPr marL="0" lvl="0" indent="0" algn="l" rtl="0">
              <a:lnSpc>
                <a:spcPct val="100000"/>
              </a:lnSpc>
              <a:spcBef>
                <a:spcPts val="0"/>
              </a:spcBef>
              <a:spcAft>
                <a:spcPts val="0"/>
              </a:spcAft>
              <a:buNone/>
            </a:pPr>
            <a:r>
              <a:rPr lang="es-ES" sz="3000" b="1"/>
              <a:t>-=</a:t>
            </a:r>
            <a:r>
              <a:rPr lang="es-ES" sz="3000"/>
              <a:t> : Asignación con resta</a:t>
            </a:r>
            <a:endParaRPr sz="3000"/>
          </a:p>
          <a:p>
            <a:pPr marL="0" lvl="0" indent="0" algn="l" rtl="0">
              <a:lnSpc>
                <a:spcPct val="100000"/>
              </a:lnSpc>
              <a:spcBef>
                <a:spcPts val="0"/>
              </a:spcBef>
              <a:spcAft>
                <a:spcPts val="0"/>
              </a:spcAft>
              <a:buNone/>
            </a:pPr>
            <a:r>
              <a:rPr lang="es-ES" sz="3000" b="1"/>
              <a:t>*=</a:t>
            </a:r>
            <a:r>
              <a:rPr lang="es-ES" sz="3000"/>
              <a:t> : Asignación con multiplicación</a:t>
            </a:r>
            <a:endParaRPr sz="3000"/>
          </a:p>
          <a:p>
            <a:pPr marL="0" lvl="0" indent="0" algn="l" rtl="0">
              <a:lnSpc>
                <a:spcPct val="100000"/>
              </a:lnSpc>
              <a:spcBef>
                <a:spcPts val="0"/>
              </a:spcBef>
              <a:spcAft>
                <a:spcPts val="0"/>
              </a:spcAft>
              <a:buNone/>
            </a:pPr>
            <a:r>
              <a:rPr lang="es-ES" sz="3000" b="1"/>
              <a:t>/=</a:t>
            </a:r>
            <a:r>
              <a:rPr lang="es-ES" sz="3000"/>
              <a:t> : Asignación con división</a:t>
            </a:r>
            <a:endParaRPr sz="3000"/>
          </a:p>
          <a:p>
            <a:pPr marL="0" lvl="0" indent="0" algn="l" rtl="0">
              <a:lnSpc>
                <a:spcPct val="100000"/>
              </a:lnSpc>
              <a:spcBef>
                <a:spcPts val="0"/>
              </a:spcBef>
              <a:spcAft>
                <a:spcPts val="0"/>
              </a:spcAft>
              <a:buNone/>
            </a:pPr>
            <a:r>
              <a:rPr lang="es-ES" sz="3000" b="1"/>
              <a:t>%=</a:t>
            </a:r>
            <a:r>
              <a:rPr lang="es-ES" sz="3000"/>
              <a:t> : Asignación con módulo</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Ejemplo de operadores de asignación</a:t>
            </a:r>
            <a:endParaRPr/>
          </a:p>
        </p:txBody>
      </p:sp>
      <p:sp>
        <p:nvSpPr>
          <p:cNvPr id="305" name="Google Shape;305;p46"/>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800"/>
              <a:t>let x = 10;</a:t>
            </a:r>
            <a:endParaRPr sz="2800"/>
          </a:p>
          <a:p>
            <a:pPr marL="0" lvl="0" indent="0" algn="l" rtl="0">
              <a:lnSpc>
                <a:spcPct val="100000"/>
              </a:lnSpc>
              <a:spcBef>
                <a:spcPts val="0"/>
              </a:spcBef>
              <a:spcAft>
                <a:spcPts val="0"/>
              </a:spcAft>
              <a:buNone/>
            </a:pPr>
            <a:endParaRPr sz="2800"/>
          </a:p>
          <a:p>
            <a:pPr marL="0" lvl="0" indent="0" algn="l" rtl="0">
              <a:lnSpc>
                <a:spcPct val="100000"/>
              </a:lnSpc>
              <a:spcBef>
                <a:spcPts val="0"/>
              </a:spcBef>
              <a:spcAft>
                <a:spcPts val="0"/>
              </a:spcAft>
              <a:buNone/>
            </a:pPr>
            <a:r>
              <a:rPr lang="es-ES" sz="2800"/>
              <a:t>x += 5; // x = x + 5</a:t>
            </a:r>
            <a:endParaRPr sz="2800"/>
          </a:p>
          <a:p>
            <a:pPr marL="0" lvl="0" indent="0" algn="l" rtl="0">
              <a:lnSpc>
                <a:spcPct val="100000"/>
              </a:lnSpc>
              <a:spcBef>
                <a:spcPts val="0"/>
              </a:spcBef>
              <a:spcAft>
                <a:spcPts val="0"/>
              </a:spcAft>
              <a:buNone/>
            </a:pPr>
            <a:r>
              <a:rPr lang="es-ES" sz="2800"/>
              <a:t>console.log(x); // 15</a:t>
            </a:r>
            <a:endParaRPr sz="2800"/>
          </a:p>
          <a:p>
            <a:pPr marL="0" lvl="0" indent="0" algn="l" rtl="0">
              <a:lnSpc>
                <a:spcPct val="100000"/>
              </a:lnSpc>
              <a:spcBef>
                <a:spcPts val="0"/>
              </a:spcBef>
              <a:spcAft>
                <a:spcPts val="0"/>
              </a:spcAft>
              <a:buNone/>
            </a:pPr>
            <a:r>
              <a:rPr lang="es-ES" sz="2800"/>
              <a:t>x -= 3; // x = x - 3</a:t>
            </a:r>
            <a:endParaRPr sz="2800"/>
          </a:p>
          <a:p>
            <a:pPr marL="0" lvl="0" indent="0" algn="l" rtl="0">
              <a:lnSpc>
                <a:spcPct val="100000"/>
              </a:lnSpc>
              <a:spcBef>
                <a:spcPts val="0"/>
              </a:spcBef>
              <a:spcAft>
                <a:spcPts val="0"/>
              </a:spcAft>
              <a:buNone/>
            </a:pPr>
            <a:r>
              <a:rPr lang="es-ES" sz="2800"/>
              <a:t>console.log(x); // 12</a:t>
            </a:r>
            <a:endParaRPr sz="2800"/>
          </a:p>
          <a:p>
            <a:pPr marL="0" lvl="0" indent="0" algn="l" rtl="0">
              <a:lnSpc>
                <a:spcPct val="100000"/>
              </a:lnSpc>
              <a:spcBef>
                <a:spcPts val="0"/>
              </a:spcBef>
              <a:spcAft>
                <a:spcPts val="0"/>
              </a:spcAft>
              <a:buNone/>
            </a:pPr>
            <a:r>
              <a:rPr lang="es-ES" sz="2800"/>
              <a:t>x *= 2; // x = x * 2</a:t>
            </a:r>
            <a:endParaRPr sz="2800"/>
          </a:p>
          <a:p>
            <a:pPr marL="0" lvl="0" indent="0" algn="l" rtl="0">
              <a:lnSpc>
                <a:spcPct val="100000"/>
              </a:lnSpc>
              <a:spcBef>
                <a:spcPts val="0"/>
              </a:spcBef>
              <a:spcAft>
                <a:spcPts val="0"/>
              </a:spcAft>
              <a:buNone/>
            </a:pPr>
            <a:r>
              <a:rPr lang="es-ES" sz="2800"/>
              <a:t>console.log(x); // 24</a:t>
            </a:r>
            <a:endParaRPr sz="2800"/>
          </a:p>
          <a:p>
            <a:pPr marL="0" lvl="0" indent="0" algn="l" rtl="0">
              <a:lnSpc>
                <a:spcPct val="100000"/>
              </a:lnSpc>
              <a:spcBef>
                <a:spcPts val="0"/>
              </a:spcBef>
              <a:spcAft>
                <a:spcPts val="0"/>
              </a:spcAft>
              <a:buNone/>
            </a:pPr>
            <a:r>
              <a:rPr lang="es-ES" sz="2800"/>
              <a:t>x /= 4; // x = x / 4</a:t>
            </a:r>
            <a:endParaRPr sz="2800"/>
          </a:p>
          <a:p>
            <a:pPr marL="0" lvl="0" indent="0" algn="l" rtl="0">
              <a:lnSpc>
                <a:spcPct val="100000"/>
              </a:lnSpc>
              <a:spcBef>
                <a:spcPts val="0"/>
              </a:spcBef>
              <a:spcAft>
                <a:spcPts val="0"/>
              </a:spcAft>
              <a:buNone/>
            </a:pPr>
            <a:r>
              <a:rPr lang="es-ES" sz="2800"/>
              <a:t>console.log(x); // 6</a:t>
            </a:r>
            <a:endParaRPr sz="2800"/>
          </a:p>
          <a:p>
            <a:pPr marL="0" lvl="0" indent="0" algn="l" rtl="0">
              <a:lnSpc>
                <a:spcPct val="100000"/>
              </a:lnSpc>
              <a:spcBef>
                <a:spcPts val="0"/>
              </a:spcBef>
              <a:spcAft>
                <a:spcPts val="0"/>
              </a:spcAft>
              <a:buNone/>
            </a:pPr>
            <a:r>
              <a:rPr lang="es-ES" sz="2800"/>
              <a:t>x %= 5; // x = x % 5</a:t>
            </a:r>
            <a:endParaRPr sz="2800"/>
          </a:p>
          <a:p>
            <a:pPr marL="0" lvl="0" indent="0" algn="l" rtl="0">
              <a:lnSpc>
                <a:spcPct val="100000"/>
              </a:lnSpc>
              <a:spcBef>
                <a:spcPts val="0"/>
              </a:spcBef>
              <a:spcAft>
                <a:spcPts val="0"/>
              </a:spcAft>
              <a:buNone/>
            </a:pPr>
            <a:r>
              <a:rPr lang="es-ES" sz="2800"/>
              <a:t>console.log(x); // 1</a:t>
            </a:r>
            <a:endParaRPr sz="28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 de Comparación</a:t>
            </a:r>
            <a:endParaRPr/>
          </a:p>
        </p:txBody>
      </p:sp>
      <p:sp>
        <p:nvSpPr>
          <p:cNvPr id="311" name="Google Shape;311;p47"/>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Se utilizan para comparar dos valores y devolver un valor booleano (true o false).</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b="1"/>
              <a:t>==</a:t>
            </a:r>
            <a:r>
              <a:rPr lang="es-ES" sz="3000"/>
              <a:t> : Igualdad</a:t>
            </a:r>
            <a:endParaRPr sz="3000"/>
          </a:p>
          <a:p>
            <a:pPr marL="0" lvl="0" indent="0" algn="l" rtl="0">
              <a:lnSpc>
                <a:spcPct val="100000"/>
              </a:lnSpc>
              <a:spcBef>
                <a:spcPts val="0"/>
              </a:spcBef>
              <a:spcAft>
                <a:spcPts val="0"/>
              </a:spcAft>
              <a:buNone/>
            </a:pPr>
            <a:r>
              <a:rPr lang="es-ES" sz="3000" b="1"/>
              <a:t>!=</a:t>
            </a:r>
            <a:r>
              <a:rPr lang="es-ES" sz="3000"/>
              <a:t> : Desigualdad</a:t>
            </a:r>
            <a:endParaRPr sz="3000"/>
          </a:p>
          <a:p>
            <a:pPr marL="0" lvl="0" indent="0" algn="l" rtl="0">
              <a:lnSpc>
                <a:spcPct val="100000"/>
              </a:lnSpc>
              <a:spcBef>
                <a:spcPts val="0"/>
              </a:spcBef>
              <a:spcAft>
                <a:spcPts val="0"/>
              </a:spcAft>
              <a:buNone/>
            </a:pPr>
            <a:r>
              <a:rPr lang="es-ES" sz="3000" b="1"/>
              <a:t>===</a:t>
            </a:r>
            <a:r>
              <a:rPr lang="es-ES" sz="3000"/>
              <a:t> : Igualdad estricta (incluye tipo)</a:t>
            </a:r>
            <a:endParaRPr sz="3000"/>
          </a:p>
          <a:p>
            <a:pPr marL="0" lvl="0" indent="0" algn="l" rtl="0">
              <a:lnSpc>
                <a:spcPct val="100000"/>
              </a:lnSpc>
              <a:spcBef>
                <a:spcPts val="0"/>
              </a:spcBef>
              <a:spcAft>
                <a:spcPts val="0"/>
              </a:spcAft>
              <a:buNone/>
            </a:pPr>
            <a:r>
              <a:rPr lang="es-ES" sz="3000" b="1"/>
              <a:t>!==</a:t>
            </a:r>
            <a:r>
              <a:rPr lang="es-ES" sz="3000"/>
              <a:t> : Desigualdad estricta (incluye tipo)</a:t>
            </a:r>
            <a:endParaRPr sz="3000"/>
          </a:p>
          <a:p>
            <a:pPr marL="0" lvl="0" indent="0" algn="l" rtl="0">
              <a:lnSpc>
                <a:spcPct val="100000"/>
              </a:lnSpc>
              <a:spcBef>
                <a:spcPts val="0"/>
              </a:spcBef>
              <a:spcAft>
                <a:spcPts val="0"/>
              </a:spcAft>
              <a:buNone/>
            </a:pPr>
            <a:r>
              <a:rPr lang="es-ES" sz="3000" b="1"/>
              <a:t>&gt;</a:t>
            </a:r>
            <a:r>
              <a:rPr lang="es-ES" sz="3000"/>
              <a:t> : Mayor que</a:t>
            </a:r>
            <a:endParaRPr sz="3000"/>
          </a:p>
          <a:p>
            <a:pPr marL="0" lvl="0" indent="0" algn="l" rtl="0">
              <a:lnSpc>
                <a:spcPct val="100000"/>
              </a:lnSpc>
              <a:spcBef>
                <a:spcPts val="0"/>
              </a:spcBef>
              <a:spcAft>
                <a:spcPts val="0"/>
              </a:spcAft>
              <a:buNone/>
            </a:pPr>
            <a:r>
              <a:rPr lang="es-ES" sz="3000" b="1"/>
              <a:t>&lt;</a:t>
            </a:r>
            <a:r>
              <a:rPr lang="es-ES" sz="3000"/>
              <a:t> : Menor que</a:t>
            </a:r>
            <a:endParaRPr sz="3000"/>
          </a:p>
          <a:p>
            <a:pPr marL="0" lvl="0" indent="0" algn="l" rtl="0">
              <a:lnSpc>
                <a:spcPct val="100000"/>
              </a:lnSpc>
              <a:spcBef>
                <a:spcPts val="0"/>
              </a:spcBef>
              <a:spcAft>
                <a:spcPts val="0"/>
              </a:spcAft>
              <a:buNone/>
            </a:pPr>
            <a:r>
              <a:rPr lang="es-ES" sz="3000" b="1"/>
              <a:t>&gt;=</a:t>
            </a:r>
            <a:r>
              <a:rPr lang="es-ES" sz="3000"/>
              <a:t> : Mayor o igual que</a:t>
            </a:r>
            <a:endParaRPr sz="3000"/>
          </a:p>
          <a:p>
            <a:pPr marL="0" lvl="0" indent="0" algn="l" rtl="0">
              <a:lnSpc>
                <a:spcPct val="100000"/>
              </a:lnSpc>
              <a:spcBef>
                <a:spcPts val="0"/>
              </a:spcBef>
              <a:spcAft>
                <a:spcPts val="0"/>
              </a:spcAft>
              <a:buNone/>
            </a:pPr>
            <a:r>
              <a:rPr lang="es-ES" sz="3000" b="1"/>
              <a:t>&lt;=</a:t>
            </a:r>
            <a:r>
              <a:rPr lang="es-ES" sz="3000"/>
              <a:t> : Menor o igual que</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8"/>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ts val="990"/>
              <a:buFont typeface="Arial"/>
              <a:buNone/>
            </a:pPr>
            <a:r>
              <a:rPr lang="es-ES"/>
              <a:t>Ejemplo de operadores de comparación</a:t>
            </a:r>
            <a:endParaRPr/>
          </a:p>
        </p:txBody>
      </p:sp>
      <p:sp>
        <p:nvSpPr>
          <p:cNvPr id="317" name="Google Shape;317;p48"/>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let a = 5;</a:t>
            </a:r>
            <a:endParaRPr sz="3000"/>
          </a:p>
          <a:p>
            <a:pPr marL="0" lvl="0" indent="0" algn="l" rtl="0">
              <a:lnSpc>
                <a:spcPct val="100000"/>
              </a:lnSpc>
              <a:spcBef>
                <a:spcPts val="0"/>
              </a:spcBef>
              <a:spcAft>
                <a:spcPts val="0"/>
              </a:spcAft>
              <a:buNone/>
            </a:pPr>
            <a:r>
              <a:rPr lang="es-ES" sz="3000"/>
              <a:t>let b = "5";</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a:t>console.log(a == b); // true</a:t>
            </a:r>
            <a:endParaRPr sz="3000"/>
          </a:p>
          <a:p>
            <a:pPr marL="0" lvl="0" indent="0" algn="l" rtl="0">
              <a:lnSpc>
                <a:spcPct val="100000"/>
              </a:lnSpc>
              <a:spcBef>
                <a:spcPts val="0"/>
              </a:spcBef>
              <a:spcAft>
                <a:spcPts val="0"/>
              </a:spcAft>
              <a:buNone/>
            </a:pPr>
            <a:r>
              <a:rPr lang="es-ES" sz="3000"/>
              <a:t>console.log(a === b); // false</a:t>
            </a:r>
            <a:endParaRPr sz="3000"/>
          </a:p>
          <a:p>
            <a:pPr marL="0" lvl="0" indent="0" algn="l" rtl="0">
              <a:lnSpc>
                <a:spcPct val="100000"/>
              </a:lnSpc>
              <a:spcBef>
                <a:spcPts val="0"/>
              </a:spcBef>
              <a:spcAft>
                <a:spcPts val="0"/>
              </a:spcAft>
              <a:buNone/>
            </a:pPr>
            <a:r>
              <a:rPr lang="es-ES" sz="3000"/>
              <a:t>console.log(a != b); // false</a:t>
            </a:r>
            <a:endParaRPr sz="3000"/>
          </a:p>
          <a:p>
            <a:pPr marL="0" lvl="0" indent="0" algn="l" rtl="0">
              <a:lnSpc>
                <a:spcPct val="100000"/>
              </a:lnSpc>
              <a:spcBef>
                <a:spcPts val="0"/>
              </a:spcBef>
              <a:spcAft>
                <a:spcPts val="0"/>
              </a:spcAft>
              <a:buNone/>
            </a:pPr>
            <a:r>
              <a:rPr lang="es-ES" sz="3000"/>
              <a:t>console.log(a !== b); // true</a:t>
            </a:r>
            <a:endParaRPr sz="3000"/>
          </a:p>
          <a:p>
            <a:pPr marL="0" lvl="0" indent="0" algn="l" rtl="0">
              <a:lnSpc>
                <a:spcPct val="100000"/>
              </a:lnSpc>
              <a:spcBef>
                <a:spcPts val="0"/>
              </a:spcBef>
              <a:spcAft>
                <a:spcPts val="0"/>
              </a:spcAft>
              <a:buNone/>
            </a:pPr>
            <a:r>
              <a:rPr lang="es-ES" sz="3000"/>
              <a:t>console.log(a &gt; 3); // true</a:t>
            </a:r>
            <a:endParaRPr sz="3000"/>
          </a:p>
          <a:p>
            <a:pPr marL="0" lvl="0" indent="0" algn="l" rtl="0">
              <a:lnSpc>
                <a:spcPct val="100000"/>
              </a:lnSpc>
              <a:spcBef>
                <a:spcPts val="0"/>
              </a:spcBef>
              <a:spcAft>
                <a:spcPts val="0"/>
              </a:spcAft>
              <a:buNone/>
            </a:pPr>
            <a:r>
              <a:rPr lang="es-ES" sz="3000"/>
              <a:t>console.log(a &lt; 3); // false</a:t>
            </a:r>
            <a:endParaRPr sz="3000"/>
          </a:p>
          <a:p>
            <a:pPr marL="0" lvl="0" indent="0" algn="l" rtl="0">
              <a:lnSpc>
                <a:spcPct val="100000"/>
              </a:lnSpc>
              <a:spcBef>
                <a:spcPts val="0"/>
              </a:spcBef>
              <a:spcAft>
                <a:spcPts val="0"/>
              </a:spcAft>
              <a:buNone/>
            </a:pPr>
            <a:r>
              <a:rPr lang="es-ES" sz="3000"/>
              <a:t>console.log(a &gt;= 5); // true</a:t>
            </a:r>
            <a:endParaRPr sz="3000"/>
          </a:p>
          <a:p>
            <a:pPr marL="0" lvl="0" indent="0" algn="l" rtl="0">
              <a:lnSpc>
                <a:spcPct val="100000"/>
              </a:lnSpc>
              <a:spcBef>
                <a:spcPts val="0"/>
              </a:spcBef>
              <a:spcAft>
                <a:spcPts val="0"/>
              </a:spcAft>
              <a:buNone/>
            </a:pPr>
            <a:r>
              <a:rPr lang="es-ES" sz="3000"/>
              <a:t>console.log(a &lt;= 5); // true</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 Lógicos</a:t>
            </a:r>
            <a:endParaRPr/>
          </a:p>
        </p:txBody>
      </p:sp>
      <p:sp>
        <p:nvSpPr>
          <p:cNvPr id="323" name="Google Shape;323;p49"/>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Se utilizan para combinar expresiones booleanas.</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b="1"/>
              <a:t>&amp;&amp;</a:t>
            </a:r>
            <a:r>
              <a:rPr lang="es-ES" sz="3000"/>
              <a:t> : AND lógico</a:t>
            </a:r>
            <a:endParaRPr sz="3000"/>
          </a:p>
          <a:p>
            <a:pPr marL="0" lvl="0" indent="0" algn="l" rtl="0">
              <a:lnSpc>
                <a:spcPct val="100000"/>
              </a:lnSpc>
              <a:spcBef>
                <a:spcPts val="0"/>
              </a:spcBef>
              <a:spcAft>
                <a:spcPts val="0"/>
              </a:spcAft>
              <a:buNone/>
            </a:pPr>
            <a:r>
              <a:rPr lang="es-ES" sz="3000" b="1"/>
              <a:t>||</a:t>
            </a:r>
            <a:r>
              <a:rPr lang="es-ES" sz="3000"/>
              <a:t> : OR lógico</a:t>
            </a:r>
            <a:endParaRPr sz="3000"/>
          </a:p>
          <a:p>
            <a:pPr marL="0" lvl="0" indent="0" algn="l" rtl="0">
              <a:lnSpc>
                <a:spcPct val="100000"/>
              </a:lnSpc>
              <a:spcBef>
                <a:spcPts val="0"/>
              </a:spcBef>
              <a:spcAft>
                <a:spcPts val="0"/>
              </a:spcAft>
              <a:buNone/>
            </a:pPr>
            <a:r>
              <a:rPr lang="es-ES" sz="3000" b="1"/>
              <a:t>!</a:t>
            </a:r>
            <a:r>
              <a:rPr lang="es-ES" sz="3000"/>
              <a:t> : NOT lógico</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Ejemplo de operadores lógicos</a:t>
            </a:r>
            <a:endParaRPr/>
          </a:p>
        </p:txBody>
      </p:sp>
      <p:sp>
        <p:nvSpPr>
          <p:cNvPr id="329" name="Google Shape;329;p50"/>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let a = true;</a:t>
            </a:r>
            <a:endParaRPr sz="3000"/>
          </a:p>
          <a:p>
            <a:pPr marL="0" lvl="0" indent="0" algn="l" rtl="0">
              <a:lnSpc>
                <a:spcPct val="100000"/>
              </a:lnSpc>
              <a:spcBef>
                <a:spcPts val="0"/>
              </a:spcBef>
              <a:spcAft>
                <a:spcPts val="0"/>
              </a:spcAft>
              <a:buNone/>
            </a:pPr>
            <a:r>
              <a:rPr lang="es-ES" sz="3000"/>
              <a:t>let b = false;</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a:t>console.log(a &amp;&amp; b); // false</a:t>
            </a:r>
            <a:endParaRPr sz="3000"/>
          </a:p>
          <a:p>
            <a:pPr marL="0" lvl="0" indent="0" algn="l" rtl="0">
              <a:lnSpc>
                <a:spcPct val="100000"/>
              </a:lnSpc>
              <a:spcBef>
                <a:spcPts val="0"/>
              </a:spcBef>
              <a:spcAft>
                <a:spcPts val="0"/>
              </a:spcAft>
              <a:buNone/>
            </a:pPr>
            <a:r>
              <a:rPr lang="es-ES" sz="3000"/>
              <a:t>console.log(a || b); // true</a:t>
            </a:r>
            <a:endParaRPr sz="3000"/>
          </a:p>
          <a:p>
            <a:pPr marL="0" lvl="0" indent="0" algn="l" rtl="0">
              <a:lnSpc>
                <a:spcPct val="100000"/>
              </a:lnSpc>
              <a:spcBef>
                <a:spcPts val="0"/>
              </a:spcBef>
              <a:spcAft>
                <a:spcPts val="0"/>
              </a:spcAft>
              <a:buNone/>
            </a:pPr>
            <a:r>
              <a:rPr lang="es-ES" sz="3000"/>
              <a:t>console.log(!a); // false</a:t>
            </a:r>
            <a:endParaRPr sz="3000"/>
          </a:p>
          <a:p>
            <a:pPr marL="0" lvl="0" indent="0" algn="l" rtl="0">
              <a:lnSpc>
                <a:spcPct val="100000"/>
              </a:lnSpc>
              <a:spcBef>
                <a:spcPts val="0"/>
              </a:spcBef>
              <a:spcAft>
                <a:spcPts val="0"/>
              </a:spcAft>
              <a:buNone/>
            </a:pPr>
            <a:r>
              <a:rPr lang="es-ES" sz="3000"/>
              <a:t>console.log(!b); // true</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Operadores de Cadena (String)</a:t>
            </a:r>
            <a:endParaRPr/>
          </a:p>
        </p:txBody>
      </p:sp>
      <p:sp>
        <p:nvSpPr>
          <p:cNvPr id="335" name="Google Shape;335;p51"/>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Se utilizan para trabajar con cadenas de texto.</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r>
              <a:rPr lang="es-ES" sz="3000" b="1"/>
              <a:t>+</a:t>
            </a:r>
            <a:r>
              <a:rPr lang="es-ES" sz="3000"/>
              <a:t> : Concatenación de cadenas</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Ejemplo</a:t>
            </a:r>
            <a:endParaRPr/>
          </a:p>
        </p:txBody>
      </p:sp>
      <p:sp>
        <p:nvSpPr>
          <p:cNvPr id="341" name="Google Shape;341;p52"/>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let nombre = "Juan";</a:t>
            </a:r>
            <a:endParaRPr sz="3000"/>
          </a:p>
          <a:p>
            <a:pPr marL="0" lvl="0" indent="0" algn="l" rtl="0">
              <a:lnSpc>
                <a:spcPct val="100000"/>
              </a:lnSpc>
              <a:spcBef>
                <a:spcPts val="0"/>
              </a:spcBef>
              <a:spcAft>
                <a:spcPts val="0"/>
              </a:spcAft>
              <a:buNone/>
            </a:pPr>
            <a:r>
              <a:rPr lang="es-ES" sz="3000"/>
              <a:t>let saludo = "Hola, " + nombre + "!";</a:t>
            </a:r>
            <a:endParaRPr sz="3000"/>
          </a:p>
          <a:p>
            <a:pPr marL="0" lvl="0" indent="0" algn="l" rtl="0">
              <a:lnSpc>
                <a:spcPct val="100000"/>
              </a:lnSpc>
              <a:spcBef>
                <a:spcPts val="0"/>
              </a:spcBef>
              <a:spcAft>
                <a:spcPts val="0"/>
              </a:spcAft>
              <a:buNone/>
            </a:pPr>
            <a:r>
              <a:rPr lang="es-ES" sz="3000"/>
              <a:t>console.log(saludo); // Hola, Juan!</a:t>
            </a: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3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Ejercicio</a:t>
            </a:r>
            <a:endParaRPr/>
          </a:p>
        </p:txBody>
      </p:sp>
      <p:sp>
        <p:nvSpPr>
          <p:cNvPr id="347" name="Google Shape;347;p53"/>
          <p:cNvSpPr txBox="1">
            <a:spLocks noGrp="1"/>
          </p:cNvSpPr>
          <p:nvPr>
            <p:ph type="body" idx="1"/>
          </p:nvPr>
        </p:nvSpPr>
        <p:spPr>
          <a:xfrm>
            <a:off x="1251675" y="15480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3000"/>
              <a:t>Declara dos variables con valores numéricos. Realiza operaciones de suma, resta, multiplicación y división, y muestra los resultados en la consola.</a:t>
            </a:r>
            <a:endParaRPr sz="30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Resolución</a:t>
            </a:r>
            <a:endParaRPr/>
          </a:p>
        </p:txBody>
      </p:sp>
      <p:sp>
        <p:nvSpPr>
          <p:cNvPr id="353" name="Google Shape;353;p54"/>
          <p:cNvSpPr txBox="1">
            <a:spLocks noGrp="1"/>
          </p:cNvSpPr>
          <p:nvPr>
            <p:ph type="body" idx="1"/>
          </p:nvPr>
        </p:nvSpPr>
        <p:spPr>
          <a:xfrm>
            <a:off x="1251675" y="1233475"/>
            <a:ext cx="10503300" cy="502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 Declaración de variables</a:t>
            </a:r>
            <a:endParaRPr sz="2400"/>
          </a:p>
          <a:p>
            <a:pPr marL="0" lvl="0" indent="0" algn="l" rtl="0">
              <a:lnSpc>
                <a:spcPct val="100000"/>
              </a:lnSpc>
              <a:spcBef>
                <a:spcPts val="0"/>
              </a:spcBef>
              <a:spcAft>
                <a:spcPts val="0"/>
              </a:spcAft>
              <a:buClr>
                <a:schemeClr val="dk1"/>
              </a:buClr>
              <a:buSzPts val="1100"/>
              <a:buFont typeface="Arial"/>
              <a:buNone/>
            </a:pPr>
            <a:r>
              <a:rPr lang="es-ES" sz="2400"/>
              <a:t>let num1 = 10;</a:t>
            </a:r>
            <a:endParaRPr sz="2400"/>
          </a:p>
          <a:p>
            <a:pPr marL="0" lvl="0" indent="0" algn="l" rtl="0">
              <a:lnSpc>
                <a:spcPct val="100000"/>
              </a:lnSpc>
              <a:spcBef>
                <a:spcPts val="0"/>
              </a:spcBef>
              <a:spcAft>
                <a:spcPts val="0"/>
              </a:spcAft>
              <a:buClr>
                <a:schemeClr val="dk1"/>
              </a:buClr>
              <a:buSzPts val="1100"/>
              <a:buFont typeface="Arial"/>
              <a:buNone/>
            </a:pPr>
            <a:r>
              <a:rPr lang="es-ES" sz="2400"/>
              <a:t>let num2 = 5;</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a:t>// Operaciones</a:t>
            </a:r>
            <a:endParaRPr sz="2400"/>
          </a:p>
          <a:p>
            <a:pPr marL="0" lvl="0" indent="0" algn="l" rtl="0">
              <a:lnSpc>
                <a:spcPct val="100000"/>
              </a:lnSpc>
              <a:spcBef>
                <a:spcPts val="0"/>
              </a:spcBef>
              <a:spcAft>
                <a:spcPts val="0"/>
              </a:spcAft>
              <a:buClr>
                <a:schemeClr val="dk1"/>
              </a:buClr>
              <a:buSzPts val="1100"/>
              <a:buFont typeface="Arial"/>
              <a:buNone/>
            </a:pPr>
            <a:r>
              <a:rPr lang="es-ES" sz="2400"/>
              <a:t>let suma = num1 + num2;</a:t>
            </a:r>
            <a:endParaRPr sz="2400"/>
          </a:p>
          <a:p>
            <a:pPr marL="0" lvl="0" indent="0" algn="l" rtl="0">
              <a:lnSpc>
                <a:spcPct val="100000"/>
              </a:lnSpc>
              <a:spcBef>
                <a:spcPts val="0"/>
              </a:spcBef>
              <a:spcAft>
                <a:spcPts val="0"/>
              </a:spcAft>
              <a:buClr>
                <a:schemeClr val="dk1"/>
              </a:buClr>
              <a:buSzPts val="1100"/>
              <a:buFont typeface="Arial"/>
              <a:buNone/>
            </a:pPr>
            <a:r>
              <a:rPr lang="es-ES" sz="2400"/>
              <a:t>let resta = num1 - num2;</a:t>
            </a:r>
            <a:endParaRPr sz="2400"/>
          </a:p>
          <a:p>
            <a:pPr marL="0" lvl="0" indent="0" algn="l" rtl="0">
              <a:lnSpc>
                <a:spcPct val="100000"/>
              </a:lnSpc>
              <a:spcBef>
                <a:spcPts val="0"/>
              </a:spcBef>
              <a:spcAft>
                <a:spcPts val="0"/>
              </a:spcAft>
              <a:buClr>
                <a:schemeClr val="dk1"/>
              </a:buClr>
              <a:buSzPts val="1100"/>
              <a:buFont typeface="Arial"/>
              <a:buNone/>
            </a:pPr>
            <a:r>
              <a:rPr lang="es-ES" sz="2400"/>
              <a:t>let multiplicacion = num1 * num2;</a:t>
            </a:r>
            <a:endParaRPr sz="2400"/>
          </a:p>
          <a:p>
            <a:pPr marL="0" lvl="0" indent="0" algn="l" rtl="0">
              <a:lnSpc>
                <a:spcPct val="100000"/>
              </a:lnSpc>
              <a:spcBef>
                <a:spcPts val="0"/>
              </a:spcBef>
              <a:spcAft>
                <a:spcPts val="0"/>
              </a:spcAft>
              <a:buClr>
                <a:schemeClr val="dk1"/>
              </a:buClr>
              <a:buSzPts val="1100"/>
              <a:buFont typeface="Arial"/>
              <a:buNone/>
            </a:pPr>
            <a:r>
              <a:rPr lang="es-ES" sz="2400"/>
              <a:t>let division = num1 / num2;</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a:t>// Imprimir resultados en la consola</a:t>
            </a:r>
            <a:endParaRPr sz="2400"/>
          </a:p>
          <a:p>
            <a:pPr marL="0" lvl="0" indent="0" algn="l" rtl="0">
              <a:lnSpc>
                <a:spcPct val="100000"/>
              </a:lnSpc>
              <a:spcBef>
                <a:spcPts val="0"/>
              </a:spcBef>
              <a:spcAft>
                <a:spcPts val="0"/>
              </a:spcAft>
              <a:buClr>
                <a:schemeClr val="dk1"/>
              </a:buClr>
              <a:buSzPts val="1100"/>
              <a:buFont typeface="Arial"/>
              <a:buNone/>
            </a:pPr>
            <a:r>
              <a:rPr lang="es-ES" sz="2400"/>
              <a:t>console.log("Suma:", suma);</a:t>
            </a:r>
            <a:endParaRPr sz="2400"/>
          </a:p>
          <a:p>
            <a:pPr marL="0" lvl="0" indent="0" algn="l" rtl="0">
              <a:lnSpc>
                <a:spcPct val="100000"/>
              </a:lnSpc>
              <a:spcBef>
                <a:spcPts val="0"/>
              </a:spcBef>
              <a:spcAft>
                <a:spcPts val="0"/>
              </a:spcAft>
              <a:buClr>
                <a:schemeClr val="dk1"/>
              </a:buClr>
              <a:buSzPts val="1100"/>
              <a:buFont typeface="Arial"/>
              <a:buNone/>
            </a:pPr>
            <a:r>
              <a:rPr lang="es-ES" sz="2400"/>
              <a:t>console.log("Resta:", resta);</a:t>
            </a:r>
            <a:endParaRPr sz="2400"/>
          </a:p>
          <a:p>
            <a:pPr marL="0" lvl="0" indent="0" algn="l" rtl="0">
              <a:lnSpc>
                <a:spcPct val="100000"/>
              </a:lnSpc>
              <a:spcBef>
                <a:spcPts val="0"/>
              </a:spcBef>
              <a:spcAft>
                <a:spcPts val="0"/>
              </a:spcAft>
              <a:buClr>
                <a:schemeClr val="dk1"/>
              </a:buClr>
              <a:buSzPts val="1100"/>
              <a:buFont typeface="Arial"/>
              <a:buNone/>
            </a:pPr>
            <a:r>
              <a:rPr lang="es-ES" sz="2400"/>
              <a:t>console.log("Multiplicación:", multiplicacion);</a:t>
            </a:r>
            <a:endParaRPr sz="2400"/>
          </a:p>
          <a:p>
            <a:pPr marL="0" lvl="0" indent="0" algn="l" rtl="0">
              <a:lnSpc>
                <a:spcPct val="100000"/>
              </a:lnSpc>
              <a:spcBef>
                <a:spcPts val="0"/>
              </a:spcBef>
              <a:spcAft>
                <a:spcPts val="0"/>
              </a:spcAft>
              <a:buClr>
                <a:schemeClr val="dk1"/>
              </a:buClr>
              <a:buSzPts val="1100"/>
              <a:buFont typeface="Arial"/>
              <a:buNone/>
            </a:pPr>
            <a:r>
              <a:rPr lang="es-ES" sz="2400"/>
              <a:t>console.log("División:", division);</a:t>
            </a:r>
            <a:endParaRPr sz="2400"/>
          </a:p>
          <a:p>
            <a:pPr marL="0" lvl="0" indent="0" algn="l" rtl="0">
              <a:lnSpc>
                <a:spcPct val="100000"/>
              </a:lnSpc>
              <a:spcBef>
                <a:spcPts val="0"/>
              </a:spcBef>
              <a:spcAft>
                <a:spcPts val="0"/>
              </a:spcAft>
              <a:buNone/>
            </a:pPr>
            <a:endParaRPr sz="30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Tipos de datos no primitivos</a:t>
            </a:r>
            <a:endParaRPr/>
          </a:p>
        </p:txBody>
      </p:sp>
      <p:sp>
        <p:nvSpPr>
          <p:cNvPr id="359" name="Google Shape;359;p55"/>
          <p:cNvSpPr txBox="1">
            <a:spLocks noGrp="1"/>
          </p:cNvSpPr>
          <p:nvPr>
            <p:ph type="body" idx="1"/>
          </p:nvPr>
        </p:nvSpPr>
        <p:spPr>
          <a:xfrm>
            <a:off x="1057850" y="1439705"/>
            <a:ext cx="10805700" cy="2487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Los tipos de datos no primitivos se refieren a aquellos que no son valores básicos y pueden contener múltiples valores y funcionalidades. </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A diferencia de los tipos de datos primitivos (como number, string, boolean, null y undefined), los tipos de datos no primitivos son objetos y arreglos que pueden almacenar colecciones de datos y más funcionalidades.</a:t>
            </a: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Arreglos (Array)</a:t>
            </a:r>
            <a:endParaRPr/>
          </a:p>
        </p:txBody>
      </p:sp>
      <p:sp>
        <p:nvSpPr>
          <p:cNvPr id="365" name="Google Shape;365;p56"/>
          <p:cNvSpPr txBox="1">
            <a:spLocks noGrp="1"/>
          </p:cNvSpPr>
          <p:nvPr>
            <p:ph type="body" idx="1"/>
          </p:nvPr>
        </p:nvSpPr>
        <p:spPr>
          <a:xfrm>
            <a:off x="1057850" y="1439701"/>
            <a:ext cx="10805700" cy="5227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Un arreglo (array) es una </a:t>
            </a:r>
            <a:r>
              <a:rPr lang="es-ES" sz="2600" b="1"/>
              <a:t>colección ordenada de elementos</a:t>
            </a:r>
            <a:r>
              <a:rPr lang="es-ES" sz="2600"/>
              <a:t>, donde cada elemento tiene un índice numérico. Los arreglos son un tipo especial de objeto en JavaScript y pueden almacenar elementos de diferentes tipos de datos.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El índice comienza en cero. Es decir, el primer elemento de un array se encuentra en el índice cero, el segundo elemento en el índice uno y el tercer elemento en el índice dos, etc.</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highlight>
                  <a:srgbClr val="FFFF00"/>
                </a:highlight>
              </a:rPr>
              <a:t>let nums = [1, 2, 3];</a:t>
            </a:r>
            <a:endParaRPr sz="2600">
              <a:highlight>
                <a:srgbClr val="FFFF00"/>
              </a:highlight>
            </a:endParaRPr>
          </a:p>
          <a:p>
            <a:pPr marL="0" lvl="0" indent="0" algn="l" rtl="0">
              <a:lnSpc>
                <a:spcPct val="100000"/>
              </a:lnSpc>
              <a:spcBef>
                <a:spcPts val="0"/>
              </a:spcBef>
              <a:spcAft>
                <a:spcPts val="0"/>
              </a:spcAft>
              <a:buClr>
                <a:schemeClr val="dk1"/>
              </a:buClr>
              <a:buSzPts val="1100"/>
              <a:buFont typeface="Arial"/>
              <a:buNone/>
            </a:pPr>
            <a:r>
              <a:rPr lang="es-ES" sz="2600">
                <a:highlight>
                  <a:srgbClr val="FFFF00"/>
                </a:highlight>
              </a:rPr>
              <a:t>nums[0] = 5;</a:t>
            </a:r>
            <a:endParaRPr sz="2600">
              <a:highlight>
                <a:srgbClr val="FFFF00"/>
              </a:highlight>
            </a:endParaRPr>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highlight>
                  <a:srgbClr val="FFFF00"/>
                </a:highlight>
              </a:rPr>
              <a:t>console.log(nums);</a:t>
            </a:r>
            <a:r>
              <a:rPr lang="es-ES" sz="2600"/>
              <a:t> // [5, 2, 3]</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Objeto</a:t>
            </a:r>
            <a:endParaRPr/>
          </a:p>
        </p:txBody>
      </p:sp>
      <p:sp>
        <p:nvSpPr>
          <p:cNvPr id="371" name="Google Shape;371;p57"/>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Un objeto es una colección de propiedades, donde cada propiedad es una asociación de clave-valor. Las claves son cadenas y los valores pueden ser de cualquier tipo de datos, incluidos otros objetos y funciones. </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Los objetos son una parte fundamental del lenguaje y permiten estructurar y organizar datos de manera flexible y dinámica.</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8"/>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Objeto</a:t>
            </a:r>
            <a:endParaRPr/>
          </a:p>
        </p:txBody>
      </p:sp>
      <p:sp>
        <p:nvSpPr>
          <p:cNvPr id="377" name="Google Shape;377;p58"/>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Ejemplo:</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persona = {</a:t>
            </a:r>
            <a:endParaRPr sz="2600"/>
          </a:p>
          <a:p>
            <a:pPr marL="0" lvl="0" indent="0" algn="l" rtl="0">
              <a:lnSpc>
                <a:spcPct val="100000"/>
              </a:lnSpc>
              <a:spcBef>
                <a:spcPts val="0"/>
              </a:spcBef>
              <a:spcAft>
                <a:spcPts val="0"/>
              </a:spcAft>
              <a:buClr>
                <a:schemeClr val="dk1"/>
              </a:buClr>
              <a:buSzPts val="1100"/>
              <a:buFont typeface="Arial"/>
              <a:buNone/>
            </a:pPr>
            <a:r>
              <a:rPr lang="es-ES" sz="2600"/>
              <a:t>  nombre: "Juan",</a:t>
            </a:r>
            <a:endParaRPr sz="2600"/>
          </a:p>
          <a:p>
            <a:pPr marL="0" lvl="0" indent="0" algn="l" rtl="0">
              <a:lnSpc>
                <a:spcPct val="100000"/>
              </a:lnSpc>
              <a:spcBef>
                <a:spcPts val="0"/>
              </a:spcBef>
              <a:spcAft>
                <a:spcPts val="0"/>
              </a:spcAft>
              <a:buClr>
                <a:schemeClr val="dk1"/>
              </a:buClr>
              <a:buSzPts val="1100"/>
              <a:buFont typeface="Arial"/>
              <a:buNone/>
            </a:pPr>
            <a:r>
              <a:rPr lang="es-ES" sz="2600"/>
              <a:t>  edad: 30,</a:t>
            </a:r>
            <a:endParaRPr sz="2600"/>
          </a:p>
          <a:p>
            <a:pPr marL="0" lvl="0" indent="0" algn="l" rtl="0">
              <a:lnSpc>
                <a:spcPct val="100000"/>
              </a:lnSpc>
              <a:spcBef>
                <a:spcPts val="0"/>
              </a:spcBef>
              <a:spcAft>
                <a:spcPts val="0"/>
              </a:spcAft>
              <a:buClr>
                <a:schemeClr val="dk1"/>
              </a:buClr>
              <a:buSzPts val="1100"/>
              <a:buFont typeface="Arial"/>
              <a:buNone/>
            </a:pPr>
            <a:r>
              <a:rPr lang="es-ES" sz="2600"/>
              <a:t>  esEmpleado: true,</a:t>
            </a:r>
            <a:endParaRPr sz="2600"/>
          </a:p>
          <a:p>
            <a:pPr marL="0" lvl="0" indent="0" algn="l" rtl="0">
              <a:lnSpc>
                <a:spcPct val="100000"/>
              </a:lnSpc>
              <a:spcBef>
                <a:spcPts val="0"/>
              </a:spcBef>
              <a:spcAft>
                <a:spcPts val="0"/>
              </a:spcAft>
              <a:buClr>
                <a:schemeClr val="dk1"/>
              </a:buClr>
              <a:buSzPts val="1100"/>
              <a:buFont typeface="Arial"/>
              <a:buNone/>
            </a:pPr>
            <a:r>
              <a:rPr lang="es-ES" sz="2600"/>
              <a:t>  direccion: {</a:t>
            </a:r>
            <a:endParaRPr sz="2600"/>
          </a:p>
          <a:p>
            <a:pPr marL="0" lvl="0" indent="0" algn="l" rtl="0">
              <a:lnSpc>
                <a:spcPct val="100000"/>
              </a:lnSpc>
              <a:spcBef>
                <a:spcPts val="0"/>
              </a:spcBef>
              <a:spcAft>
                <a:spcPts val="0"/>
              </a:spcAft>
              <a:buClr>
                <a:schemeClr val="dk1"/>
              </a:buClr>
              <a:buSzPts val="1100"/>
              <a:buFont typeface="Arial"/>
              <a:buNone/>
            </a:pPr>
            <a:r>
              <a:rPr lang="es-ES" sz="2600"/>
              <a:t>    calle: "Calle Falsa",</a:t>
            </a:r>
            <a:endParaRPr sz="2600"/>
          </a:p>
          <a:p>
            <a:pPr marL="0" lvl="0" indent="0" algn="l" rtl="0">
              <a:lnSpc>
                <a:spcPct val="100000"/>
              </a:lnSpc>
              <a:spcBef>
                <a:spcPts val="0"/>
              </a:spcBef>
              <a:spcAft>
                <a:spcPts val="0"/>
              </a:spcAft>
              <a:buClr>
                <a:schemeClr val="dk1"/>
              </a:buClr>
              <a:buSzPts val="1100"/>
              <a:buFont typeface="Arial"/>
              <a:buNone/>
            </a:pPr>
            <a:r>
              <a:rPr lang="es-ES" sz="2600"/>
              <a:t>    numero: 123</a:t>
            </a:r>
            <a:endParaRPr sz="2600"/>
          </a:p>
          <a:p>
            <a:pPr marL="0" lvl="0" indent="0" algn="l" rtl="0">
              <a:lnSpc>
                <a:spcPct val="100000"/>
              </a:lnSpc>
              <a:spcBef>
                <a:spcPts val="0"/>
              </a:spcBef>
              <a:spcAft>
                <a:spcPts val="0"/>
              </a:spcAft>
              <a:buClr>
                <a:schemeClr val="dk1"/>
              </a:buClr>
              <a:buSzPts val="1100"/>
              <a:buFont typeface="Arial"/>
              <a:buNone/>
            </a:pPr>
            <a:r>
              <a:rPr lang="es-ES" sz="2600"/>
              <a:t>  }</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Objeto</a:t>
            </a:r>
            <a:endParaRPr/>
          </a:p>
        </p:txBody>
      </p:sp>
      <p:sp>
        <p:nvSpPr>
          <p:cNvPr id="383" name="Google Shape;383;p59"/>
          <p:cNvSpPr txBox="1">
            <a:spLocks noGrp="1"/>
          </p:cNvSpPr>
          <p:nvPr>
            <p:ph type="body" idx="1"/>
          </p:nvPr>
        </p:nvSpPr>
        <p:spPr>
          <a:xfrm>
            <a:off x="1386300" y="4871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Ejercicio: </a:t>
            </a:r>
            <a:r>
              <a:rPr lang="es-ES" sz="2600"/>
              <a:t>Creación de Objetos en JavaScript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Crea un objeto llamado tienda con las siguientes propiedades: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nombre: Una cadena que represente el nombre de la tienda (puede ser cualquier nombre).</a:t>
            </a:r>
            <a:endParaRPr sz="2600"/>
          </a:p>
          <a:p>
            <a:pPr marL="0" lvl="0" indent="0" algn="l" rtl="0">
              <a:lnSpc>
                <a:spcPct val="100000"/>
              </a:lnSpc>
              <a:spcBef>
                <a:spcPts val="0"/>
              </a:spcBef>
              <a:spcAft>
                <a:spcPts val="0"/>
              </a:spcAft>
              <a:buClr>
                <a:schemeClr val="dk1"/>
              </a:buClr>
              <a:buSzPts val="1100"/>
              <a:buFont typeface="Arial"/>
              <a:buNone/>
            </a:pPr>
            <a:r>
              <a:rPr lang="es-ES" sz="2600"/>
              <a:t>direccion: Una cadena que represente la dirección de la tienda.</a:t>
            </a:r>
            <a:endParaRPr sz="2600"/>
          </a:p>
          <a:p>
            <a:pPr marL="0" lvl="0" indent="0" algn="l" rtl="0">
              <a:lnSpc>
                <a:spcPct val="100000"/>
              </a:lnSpc>
              <a:spcBef>
                <a:spcPts val="0"/>
              </a:spcBef>
              <a:spcAft>
                <a:spcPts val="0"/>
              </a:spcAft>
              <a:buClr>
                <a:schemeClr val="dk1"/>
              </a:buClr>
              <a:buSzPts val="1100"/>
              <a:buFont typeface="Arial"/>
              <a:buNone/>
            </a:pPr>
            <a:r>
              <a:rPr lang="es-ES" sz="2600"/>
              <a:t>productos: Un array que contenga al menos 4 elementos.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Objeto</a:t>
            </a:r>
            <a:endParaRPr/>
          </a:p>
        </p:txBody>
      </p:sp>
      <p:sp>
        <p:nvSpPr>
          <p:cNvPr id="389" name="Google Shape;389;p60"/>
          <p:cNvSpPr txBox="1">
            <a:spLocks noGrp="1"/>
          </p:cNvSpPr>
          <p:nvPr>
            <p:ph type="body" idx="1"/>
          </p:nvPr>
        </p:nvSpPr>
        <p:spPr>
          <a:xfrm>
            <a:off x="2182925" y="1233475"/>
            <a:ext cx="10407900" cy="5225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 Definición del objeto</a:t>
            </a:r>
            <a:endParaRPr sz="2600"/>
          </a:p>
          <a:p>
            <a:pPr marL="0" lvl="0" indent="0" algn="l" rtl="0">
              <a:lnSpc>
                <a:spcPct val="100000"/>
              </a:lnSpc>
              <a:spcBef>
                <a:spcPts val="0"/>
              </a:spcBef>
              <a:spcAft>
                <a:spcPts val="0"/>
              </a:spcAft>
              <a:buClr>
                <a:schemeClr val="dk1"/>
              </a:buClr>
              <a:buSzPts val="1100"/>
              <a:buFont typeface="Arial"/>
              <a:buNone/>
            </a:pPr>
            <a:r>
              <a:rPr lang="es-ES" sz="2600"/>
              <a:t>const tienda = {</a:t>
            </a:r>
            <a:endParaRPr sz="2600"/>
          </a:p>
          <a:p>
            <a:pPr marL="0" lvl="0" indent="0" algn="l" rtl="0">
              <a:lnSpc>
                <a:spcPct val="100000"/>
              </a:lnSpc>
              <a:spcBef>
                <a:spcPts val="0"/>
              </a:spcBef>
              <a:spcAft>
                <a:spcPts val="0"/>
              </a:spcAft>
              <a:buClr>
                <a:schemeClr val="dk1"/>
              </a:buClr>
              <a:buSzPts val="1100"/>
              <a:buFont typeface="Arial"/>
              <a:buNone/>
            </a:pPr>
            <a:r>
              <a:rPr lang="es-ES" sz="2600"/>
              <a:t>    nombre: "Ferretería ABC",</a:t>
            </a:r>
            <a:endParaRPr sz="2600"/>
          </a:p>
          <a:p>
            <a:pPr marL="0" lvl="0" indent="0" algn="l" rtl="0">
              <a:lnSpc>
                <a:spcPct val="100000"/>
              </a:lnSpc>
              <a:spcBef>
                <a:spcPts val="0"/>
              </a:spcBef>
              <a:spcAft>
                <a:spcPts val="0"/>
              </a:spcAft>
              <a:buClr>
                <a:schemeClr val="dk1"/>
              </a:buClr>
              <a:buSzPts val="1100"/>
              <a:buFont typeface="Arial"/>
              <a:buNone/>
            </a:pPr>
            <a:r>
              <a:rPr lang="es-ES" sz="2600"/>
              <a:t>    direccion: "Calle Principal 123",</a:t>
            </a:r>
            <a:endParaRPr sz="2600"/>
          </a:p>
          <a:p>
            <a:pPr marL="0" lvl="0" indent="0" algn="l" rtl="0">
              <a:lnSpc>
                <a:spcPct val="100000"/>
              </a:lnSpc>
              <a:spcBef>
                <a:spcPts val="0"/>
              </a:spcBef>
              <a:spcAft>
                <a:spcPts val="0"/>
              </a:spcAft>
              <a:buClr>
                <a:schemeClr val="dk1"/>
              </a:buClr>
              <a:buSzPts val="1100"/>
              <a:buFont typeface="Arial"/>
              <a:buNone/>
            </a:pPr>
            <a:r>
              <a:rPr lang="es-ES" sz="2600"/>
              <a:t>    productos: [</a:t>
            </a:r>
            <a:endParaRPr sz="2600"/>
          </a:p>
          <a:p>
            <a:pPr marL="0" lvl="0" indent="0" algn="l" rtl="0">
              <a:lnSpc>
                <a:spcPct val="100000"/>
              </a:lnSpc>
              <a:spcBef>
                <a:spcPts val="0"/>
              </a:spcBef>
              <a:spcAft>
                <a:spcPts val="0"/>
              </a:spcAft>
              <a:buClr>
                <a:schemeClr val="dk1"/>
              </a:buClr>
              <a:buSzPts val="1100"/>
              <a:buFont typeface="Arial"/>
              <a:buNone/>
            </a:pPr>
            <a:r>
              <a:rPr lang="es-ES" sz="2600"/>
              <a:t>        { id: 1, nombre: "Martillo", precio: 10.99 },</a:t>
            </a:r>
            <a:endParaRPr sz="2600"/>
          </a:p>
          <a:p>
            <a:pPr marL="0" lvl="0" indent="0" algn="l" rtl="0">
              <a:lnSpc>
                <a:spcPct val="100000"/>
              </a:lnSpc>
              <a:spcBef>
                <a:spcPts val="0"/>
              </a:spcBef>
              <a:spcAft>
                <a:spcPts val="0"/>
              </a:spcAft>
              <a:buClr>
                <a:schemeClr val="dk1"/>
              </a:buClr>
              <a:buSzPts val="1100"/>
              <a:buFont typeface="Arial"/>
              <a:buNone/>
            </a:pPr>
            <a:r>
              <a:rPr lang="es-ES" sz="2600"/>
              <a:t>        { id: 2, nombre: "Destornillador", precio: 5.49 },</a:t>
            </a:r>
            <a:endParaRPr sz="2600"/>
          </a:p>
          <a:p>
            <a:pPr marL="0" lvl="0" indent="0" algn="l" rtl="0">
              <a:lnSpc>
                <a:spcPct val="100000"/>
              </a:lnSpc>
              <a:spcBef>
                <a:spcPts val="0"/>
              </a:spcBef>
              <a:spcAft>
                <a:spcPts val="0"/>
              </a:spcAft>
              <a:buClr>
                <a:schemeClr val="dk1"/>
              </a:buClr>
              <a:buSzPts val="1100"/>
              <a:buFont typeface="Arial"/>
              <a:buNone/>
            </a:pPr>
            <a:r>
              <a:rPr lang="es-ES" sz="2600"/>
              <a:t>        { id: 3, nombre: "Taladro", precio: 29.99 },</a:t>
            </a:r>
            <a:endParaRPr sz="2600"/>
          </a:p>
          <a:p>
            <a:pPr marL="0" lvl="0" indent="0" algn="l" rtl="0">
              <a:lnSpc>
                <a:spcPct val="100000"/>
              </a:lnSpc>
              <a:spcBef>
                <a:spcPts val="0"/>
              </a:spcBef>
              <a:spcAft>
                <a:spcPts val="0"/>
              </a:spcAft>
              <a:buClr>
                <a:schemeClr val="dk1"/>
              </a:buClr>
              <a:buSzPts val="1100"/>
              <a:buFont typeface="Arial"/>
              <a:buNone/>
            </a:pPr>
            <a:r>
              <a:rPr lang="es-ES" sz="2600"/>
              <a:t>        { id: 4, nombre: "Sierra", precio: 15.99 }</a:t>
            </a:r>
            <a:endParaRPr sz="2600"/>
          </a:p>
          <a:p>
            <a:pPr marL="0" lvl="0" indent="0" algn="l" rtl="0">
              <a:lnSpc>
                <a:spcPct val="100000"/>
              </a:lnSpc>
              <a:spcBef>
                <a:spcPts val="0"/>
              </a:spcBef>
              <a:spcAft>
                <a:spcPts val="0"/>
              </a:spcAft>
              <a:buClr>
                <a:schemeClr val="dk1"/>
              </a:buClr>
              <a:buSzPts val="1100"/>
              <a:buFont typeface="Arial"/>
              <a:buNone/>
            </a:pPr>
            <a:r>
              <a:rPr lang="es-ES" sz="2600"/>
              <a:t>    ],</a:t>
            </a:r>
            <a:endParaRPr sz="2600"/>
          </a:p>
          <a:p>
            <a:pPr marL="0" lvl="0" indent="0" algn="l" rtl="0">
              <a:lnSpc>
                <a:spcPct val="100000"/>
              </a:lnSpc>
              <a:spcBef>
                <a:spcPts val="0"/>
              </a:spcBef>
              <a:spcAft>
                <a:spcPts val="0"/>
              </a:spcAft>
              <a:buClr>
                <a:schemeClr val="dk1"/>
              </a:buClr>
              <a:buSzPts val="1100"/>
              <a:buFont typeface="Arial"/>
              <a:buNone/>
            </a:pPr>
            <a:r>
              <a:rPr lang="es-ES" sz="2600"/>
              <a:t>        }</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Función</a:t>
            </a:r>
            <a:endParaRPr/>
          </a:p>
        </p:txBody>
      </p:sp>
      <p:sp>
        <p:nvSpPr>
          <p:cNvPr id="395" name="Google Shape;395;p61"/>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Una función es un bloque de código diseñado para realizar una tarea específica. Las funciones son objetos de primera clase, lo que significa que pueden ser asignadas a variables, pasadas como argumentos a otras funciones y devueltas por otras funciones. </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Las funciones permiten encapsular lógica y reutilizar código de manera eficiente.</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function saludar(nombre) {</a:t>
            </a:r>
            <a:endParaRPr sz="2600"/>
          </a:p>
          <a:p>
            <a:pPr marL="0" lvl="0" indent="0" algn="l" rtl="0">
              <a:lnSpc>
                <a:spcPct val="100000"/>
              </a:lnSpc>
              <a:spcBef>
                <a:spcPts val="0"/>
              </a:spcBef>
              <a:spcAft>
                <a:spcPts val="0"/>
              </a:spcAft>
              <a:buClr>
                <a:schemeClr val="dk1"/>
              </a:buClr>
              <a:buSzPts val="1100"/>
              <a:buFont typeface="Arial"/>
              <a:buNone/>
            </a:pPr>
            <a:r>
              <a:rPr lang="es-ES" sz="2600"/>
              <a:t>  return "Hola, " + nombre;</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console.log(saludar("Juan")); // "Hola, Juan"</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Función</a:t>
            </a:r>
            <a:endParaRPr/>
          </a:p>
        </p:txBody>
      </p:sp>
      <p:sp>
        <p:nvSpPr>
          <p:cNvPr id="401" name="Google Shape;401;p62"/>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Las funciones también pueden ser definidas como expresiones y asignadas a variables: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saludar = function(nombre) {</a:t>
            </a:r>
            <a:endParaRPr sz="2600"/>
          </a:p>
          <a:p>
            <a:pPr marL="0" lvl="0" indent="0" algn="l" rtl="0">
              <a:lnSpc>
                <a:spcPct val="100000"/>
              </a:lnSpc>
              <a:spcBef>
                <a:spcPts val="0"/>
              </a:spcBef>
              <a:spcAft>
                <a:spcPts val="0"/>
              </a:spcAft>
              <a:buClr>
                <a:schemeClr val="dk1"/>
              </a:buClr>
              <a:buSzPts val="1100"/>
              <a:buFont typeface="Arial"/>
              <a:buNone/>
            </a:pPr>
            <a:r>
              <a:rPr lang="es-ES" sz="2600"/>
              <a:t>  return "Hola, " + nombre;</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console.log(saludar("Juan")); // "Hola, Juan"</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Función</a:t>
            </a:r>
            <a:endParaRPr/>
          </a:p>
        </p:txBody>
      </p:sp>
      <p:sp>
        <p:nvSpPr>
          <p:cNvPr id="407" name="Google Shape;407;p63"/>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Las funciones flecha (Arrow Functions) fueron introducidas en ES6.</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Las funciones flecha proporcionan una sintaxis más corta.</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saludar = (nombre) =&gt; {</a:t>
            </a:r>
            <a:endParaRPr sz="2600"/>
          </a:p>
          <a:p>
            <a:pPr marL="0" lvl="0" indent="0" algn="l" rtl="0">
              <a:lnSpc>
                <a:spcPct val="100000"/>
              </a:lnSpc>
              <a:spcBef>
                <a:spcPts val="0"/>
              </a:spcBef>
              <a:spcAft>
                <a:spcPts val="0"/>
              </a:spcAft>
              <a:buClr>
                <a:schemeClr val="dk1"/>
              </a:buClr>
              <a:buSzPts val="1100"/>
              <a:buFont typeface="Arial"/>
              <a:buNone/>
            </a:pPr>
            <a:r>
              <a:rPr lang="es-ES" sz="2600"/>
              <a:t>  return "Hola, " + nombre;</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console.log(saludar("Juan")); // "Hola, Juan"</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Función</a:t>
            </a:r>
            <a:endParaRPr/>
          </a:p>
        </p:txBody>
      </p:sp>
      <p:sp>
        <p:nvSpPr>
          <p:cNvPr id="413" name="Google Shape;413;p64"/>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Las funciones pueden ser anidadas dentro de otras funciones. Las funciones internas tienen acceso a las variables de las funciones externas: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function exterior() {</a:t>
            </a:r>
            <a:endParaRPr sz="2600"/>
          </a:p>
          <a:p>
            <a:pPr marL="457200" lvl="0" indent="0" algn="l" rtl="0">
              <a:lnSpc>
                <a:spcPct val="100000"/>
              </a:lnSpc>
              <a:spcBef>
                <a:spcPts val="0"/>
              </a:spcBef>
              <a:spcAft>
                <a:spcPts val="0"/>
              </a:spcAft>
              <a:buClr>
                <a:schemeClr val="dk1"/>
              </a:buClr>
              <a:buSzPts val="1100"/>
              <a:buFont typeface="Arial"/>
              <a:buNone/>
            </a:pPr>
            <a:r>
              <a:rPr lang="es-ES" sz="2600"/>
              <a:t>  let mensaje = "Hola";</a:t>
            </a:r>
            <a:endParaRPr sz="2600"/>
          </a:p>
          <a:p>
            <a:pPr marL="457200" lvl="0" indent="0" algn="l" rtl="0">
              <a:lnSpc>
                <a:spcPct val="100000"/>
              </a:lnSpc>
              <a:spcBef>
                <a:spcPts val="0"/>
              </a:spcBef>
              <a:spcAft>
                <a:spcPts val="0"/>
              </a:spcAft>
              <a:buClr>
                <a:schemeClr val="dk1"/>
              </a:buClr>
              <a:buSzPts val="1100"/>
              <a:buFont typeface="Arial"/>
              <a:buNone/>
            </a:pPr>
            <a:r>
              <a:rPr lang="es-ES" sz="2600"/>
              <a:t>  function interior() {</a:t>
            </a:r>
            <a:endParaRPr sz="2600"/>
          </a:p>
          <a:p>
            <a:pPr marL="457200" lvl="0" indent="0" algn="l" rtl="0">
              <a:lnSpc>
                <a:spcPct val="100000"/>
              </a:lnSpc>
              <a:spcBef>
                <a:spcPts val="0"/>
              </a:spcBef>
              <a:spcAft>
                <a:spcPts val="0"/>
              </a:spcAft>
              <a:buClr>
                <a:schemeClr val="dk1"/>
              </a:buClr>
              <a:buSzPts val="1100"/>
              <a:buFont typeface="Arial"/>
              <a:buNone/>
            </a:pPr>
            <a:r>
              <a:rPr lang="es-ES" sz="2600"/>
              <a:t>    console.log(mensaje);</a:t>
            </a:r>
            <a:endParaRPr sz="2600"/>
          </a:p>
          <a:p>
            <a:pPr marL="457200" lvl="0" indent="0" algn="l" rtl="0">
              <a:lnSpc>
                <a:spcPct val="100000"/>
              </a:lnSpc>
              <a:spcBef>
                <a:spcPts val="0"/>
              </a:spcBef>
              <a:spcAft>
                <a:spcPts val="0"/>
              </a:spcAft>
              <a:buClr>
                <a:schemeClr val="dk1"/>
              </a:buClr>
              <a:buSzPts val="1100"/>
              <a:buFont typeface="Arial"/>
              <a:buNone/>
            </a:pPr>
            <a:r>
              <a:rPr lang="es-ES" sz="2600"/>
              <a:t>  }</a:t>
            </a:r>
            <a:endParaRPr sz="2600"/>
          </a:p>
          <a:p>
            <a:pPr marL="457200" lvl="0" indent="0" algn="l" rtl="0">
              <a:lnSpc>
                <a:spcPct val="100000"/>
              </a:lnSpc>
              <a:spcBef>
                <a:spcPts val="0"/>
              </a:spcBef>
              <a:spcAft>
                <a:spcPts val="0"/>
              </a:spcAft>
              <a:buClr>
                <a:schemeClr val="dk1"/>
              </a:buClr>
              <a:buSzPts val="1100"/>
              <a:buFont typeface="Arial"/>
              <a:buNone/>
            </a:pPr>
            <a:r>
              <a:rPr lang="es-ES" sz="2600"/>
              <a:t>  interior();</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exterior(); // "Hola"</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6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Creación de objeto</a:t>
            </a:r>
            <a:endParaRPr/>
          </a:p>
        </p:txBody>
      </p:sp>
      <p:sp>
        <p:nvSpPr>
          <p:cNvPr id="419" name="Google Shape;419;p65"/>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Ejemplo:</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persona = {</a:t>
            </a:r>
            <a:endParaRPr sz="2600"/>
          </a:p>
          <a:p>
            <a:pPr marL="0" lvl="0" indent="0" algn="l" rtl="0">
              <a:lnSpc>
                <a:spcPct val="100000"/>
              </a:lnSpc>
              <a:spcBef>
                <a:spcPts val="0"/>
              </a:spcBef>
              <a:spcAft>
                <a:spcPts val="0"/>
              </a:spcAft>
              <a:buClr>
                <a:schemeClr val="dk1"/>
              </a:buClr>
              <a:buSzPts val="1100"/>
              <a:buFont typeface="Arial"/>
              <a:buNone/>
            </a:pPr>
            <a:r>
              <a:rPr lang="es-ES" sz="2600"/>
              <a:t>  nombre: "Juan",</a:t>
            </a:r>
            <a:endParaRPr sz="2600"/>
          </a:p>
          <a:p>
            <a:pPr marL="0" lvl="0" indent="0" algn="l" rtl="0">
              <a:lnSpc>
                <a:spcPct val="100000"/>
              </a:lnSpc>
              <a:spcBef>
                <a:spcPts val="0"/>
              </a:spcBef>
              <a:spcAft>
                <a:spcPts val="0"/>
              </a:spcAft>
              <a:buClr>
                <a:schemeClr val="dk1"/>
              </a:buClr>
              <a:buSzPts val="1100"/>
              <a:buFont typeface="Arial"/>
              <a:buNone/>
            </a:pPr>
            <a:r>
              <a:rPr lang="es-ES" sz="2600"/>
              <a:t>  edad: 30,</a:t>
            </a:r>
            <a:endParaRPr sz="2600"/>
          </a:p>
          <a:p>
            <a:pPr marL="0" lvl="0" indent="0" algn="l" rtl="0">
              <a:lnSpc>
                <a:spcPct val="100000"/>
              </a:lnSpc>
              <a:spcBef>
                <a:spcPts val="0"/>
              </a:spcBef>
              <a:spcAft>
                <a:spcPts val="0"/>
              </a:spcAft>
              <a:buClr>
                <a:schemeClr val="dk1"/>
              </a:buClr>
              <a:buSzPts val="1100"/>
              <a:buFont typeface="Arial"/>
              <a:buNone/>
            </a:pPr>
            <a:r>
              <a:rPr lang="es-ES" sz="2600"/>
              <a:t>  esEmpleado: true</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6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Creación de objeto</a:t>
            </a:r>
            <a:endParaRPr/>
          </a:p>
        </p:txBody>
      </p:sp>
      <p:sp>
        <p:nvSpPr>
          <p:cNvPr id="425" name="Google Shape;425;p66"/>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Otra forma de crear un objeto es utilizando el constructor Object: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persona = new Object();</a:t>
            </a:r>
            <a:endParaRPr sz="2600"/>
          </a:p>
          <a:p>
            <a:pPr marL="0" lvl="0" indent="0" algn="l" rtl="0">
              <a:lnSpc>
                <a:spcPct val="100000"/>
              </a:lnSpc>
              <a:spcBef>
                <a:spcPts val="0"/>
              </a:spcBef>
              <a:spcAft>
                <a:spcPts val="0"/>
              </a:spcAft>
              <a:buClr>
                <a:schemeClr val="dk1"/>
              </a:buClr>
              <a:buSzPts val="1100"/>
              <a:buFont typeface="Arial"/>
              <a:buNone/>
            </a:pPr>
            <a:r>
              <a:rPr lang="es-ES" sz="2600"/>
              <a:t>persona.nombre = "Juan";</a:t>
            </a:r>
            <a:endParaRPr sz="2600"/>
          </a:p>
          <a:p>
            <a:pPr marL="0" lvl="0" indent="0" algn="l" rtl="0">
              <a:lnSpc>
                <a:spcPct val="100000"/>
              </a:lnSpc>
              <a:spcBef>
                <a:spcPts val="0"/>
              </a:spcBef>
              <a:spcAft>
                <a:spcPts val="0"/>
              </a:spcAft>
              <a:buClr>
                <a:schemeClr val="dk1"/>
              </a:buClr>
              <a:buSzPts val="1100"/>
              <a:buFont typeface="Arial"/>
              <a:buNone/>
            </a:pPr>
            <a:r>
              <a:rPr lang="es-ES" sz="2600"/>
              <a:t>persona.edad = 30;</a:t>
            </a:r>
            <a:endParaRPr sz="2600"/>
          </a:p>
          <a:p>
            <a:pPr marL="0" lvl="0" indent="0" algn="l" rtl="0">
              <a:lnSpc>
                <a:spcPct val="100000"/>
              </a:lnSpc>
              <a:spcBef>
                <a:spcPts val="0"/>
              </a:spcBef>
              <a:spcAft>
                <a:spcPts val="0"/>
              </a:spcAft>
              <a:buClr>
                <a:schemeClr val="dk1"/>
              </a:buClr>
              <a:buSzPts val="1100"/>
              <a:buFont typeface="Arial"/>
              <a:buNone/>
            </a:pPr>
            <a:r>
              <a:rPr lang="es-ES" sz="2600"/>
              <a:t>persona.esEmpleado = true;</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Creación de objeto</a:t>
            </a:r>
            <a:endParaRPr/>
          </a:p>
        </p:txBody>
      </p:sp>
      <p:sp>
        <p:nvSpPr>
          <p:cNvPr id="431" name="Google Shape;431;p67"/>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También se puede crear objetos utilizando funciones constructoras personalizadas: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function Persona(nombre, edad, esEmpleado) {</a:t>
            </a:r>
            <a:endParaRPr sz="2600"/>
          </a:p>
          <a:p>
            <a:pPr marL="0" lvl="0" indent="0" algn="l" rtl="0">
              <a:lnSpc>
                <a:spcPct val="100000"/>
              </a:lnSpc>
              <a:spcBef>
                <a:spcPts val="0"/>
              </a:spcBef>
              <a:spcAft>
                <a:spcPts val="0"/>
              </a:spcAft>
              <a:buClr>
                <a:schemeClr val="dk1"/>
              </a:buClr>
              <a:buSzPts val="1100"/>
              <a:buFont typeface="Arial"/>
              <a:buNone/>
            </a:pPr>
            <a:r>
              <a:rPr lang="es-ES" sz="2600"/>
              <a:t>  this.nombre = nombre;</a:t>
            </a:r>
            <a:endParaRPr sz="2600"/>
          </a:p>
          <a:p>
            <a:pPr marL="0" lvl="0" indent="0" algn="l" rtl="0">
              <a:lnSpc>
                <a:spcPct val="100000"/>
              </a:lnSpc>
              <a:spcBef>
                <a:spcPts val="0"/>
              </a:spcBef>
              <a:spcAft>
                <a:spcPts val="0"/>
              </a:spcAft>
              <a:buClr>
                <a:schemeClr val="dk1"/>
              </a:buClr>
              <a:buSzPts val="1100"/>
              <a:buFont typeface="Arial"/>
              <a:buNone/>
            </a:pPr>
            <a:r>
              <a:rPr lang="es-ES" sz="2600"/>
              <a:t>  this.edad = edad;</a:t>
            </a:r>
            <a:endParaRPr sz="2600"/>
          </a:p>
          <a:p>
            <a:pPr marL="0" lvl="0" indent="0" algn="l" rtl="0">
              <a:lnSpc>
                <a:spcPct val="100000"/>
              </a:lnSpc>
              <a:spcBef>
                <a:spcPts val="0"/>
              </a:spcBef>
              <a:spcAft>
                <a:spcPts val="0"/>
              </a:spcAft>
              <a:buClr>
                <a:schemeClr val="dk1"/>
              </a:buClr>
              <a:buSzPts val="1100"/>
              <a:buFont typeface="Arial"/>
              <a:buNone/>
            </a:pPr>
            <a:r>
              <a:rPr lang="es-ES" sz="2600"/>
              <a:t>  this.esEmpleado = esEmpleado;</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juan = new Persona("Juan", 30, true);</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8"/>
          <p:cNvSpPr txBox="1">
            <a:spLocks noGrp="1"/>
          </p:cNvSpPr>
          <p:nvPr>
            <p:ph type="ctrTitle"/>
          </p:nvPr>
        </p:nvSpPr>
        <p:spPr>
          <a:xfrm>
            <a:off x="1104403" y="1434818"/>
            <a:ext cx="10318500" cy="4395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10000"/>
              <a:buFont typeface="Impact"/>
              <a:buNone/>
            </a:pPr>
            <a:r>
              <a:rPr lang="es-ES"/>
              <a:t>Estructuras de Control</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Estructuras de Control</a:t>
            </a:r>
            <a:endParaRPr/>
          </a:p>
        </p:txBody>
      </p:sp>
      <p:sp>
        <p:nvSpPr>
          <p:cNvPr id="442" name="Google Shape;442;p69"/>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Las estructuras de control permiten dirigir el flujo de ejecución del código basándose en condiciones y repeticiones. Estas estructuras son fundamentales para la toma de decisiones y la iteración en programas.</a:t>
            </a:r>
            <a:endParaRPr sz="2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Condicionales</a:t>
            </a:r>
            <a:endParaRPr/>
          </a:p>
        </p:txBody>
      </p:sp>
      <p:sp>
        <p:nvSpPr>
          <p:cNvPr id="448" name="Google Shape;448;p70"/>
          <p:cNvSpPr txBox="1">
            <a:spLocks noGrp="1"/>
          </p:cNvSpPr>
          <p:nvPr>
            <p:ph type="body" idx="1"/>
          </p:nvPr>
        </p:nvSpPr>
        <p:spPr>
          <a:xfrm>
            <a:off x="1057850" y="1439700"/>
            <a:ext cx="10805700" cy="189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Los condicionales son estructuras de control que permiten tomar decisiones en el código en función de si ciertas condiciones son verdaderas o falsas. Estas estructuras se utilizan para ejecutar diferentes bloques de código según el resultado de una expresión lógica.</a:t>
            </a:r>
            <a:endParaRPr sz="2600"/>
          </a:p>
        </p:txBody>
      </p:sp>
      <p:sp>
        <p:nvSpPr>
          <p:cNvPr id="449" name="Google Shape;449;p70"/>
          <p:cNvSpPr/>
          <p:nvPr/>
        </p:nvSpPr>
        <p:spPr>
          <a:xfrm>
            <a:off x="5109025" y="3539825"/>
            <a:ext cx="2463700" cy="2286125"/>
          </a:xfrm>
          <a:prstGeom prst="flowChartDecision">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ES" sz="2000">
                <a:latin typeface="Gill Sans"/>
                <a:ea typeface="Gill Sans"/>
                <a:cs typeface="Gill Sans"/>
                <a:sym typeface="Gill Sans"/>
              </a:rPr>
              <a:t>Edad &lt; 18</a:t>
            </a:r>
            <a:endParaRPr sz="2000">
              <a:latin typeface="Gill Sans"/>
              <a:ea typeface="Gill Sans"/>
              <a:cs typeface="Gill Sans"/>
              <a:sym typeface="Gill Sans"/>
            </a:endParaRPr>
          </a:p>
        </p:txBody>
      </p:sp>
      <p:cxnSp>
        <p:nvCxnSpPr>
          <p:cNvPr id="450" name="Google Shape;450;p70"/>
          <p:cNvCxnSpPr>
            <a:stCxn id="449" idx="1"/>
          </p:cNvCxnSpPr>
          <p:nvPr/>
        </p:nvCxnSpPr>
        <p:spPr>
          <a:xfrm flipH="1">
            <a:off x="4246825" y="4682888"/>
            <a:ext cx="862200" cy="1210200"/>
          </a:xfrm>
          <a:prstGeom prst="bentConnector2">
            <a:avLst/>
          </a:prstGeom>
          <a:noFill/>
          <a:ln w="28575" cap="flat" cmpd="sng">
            <a:solidFill>
              <a:schemeClr val="dk2"/>
            </a:solidFill>
            <a:prstDash val="solid"/>
            <a:round/>
            <a:headEnd type="none" w="med" len="med"/>
            <a:tailEnd type="stealth" w="med" len="med"/>
          </a:ln>
        </p:spPr>
      </p:cxnSp>
      <p:cxnSp>
        <p:nvCxnSpPr>
          <p:cNvPr id="451" name="Google Shape;451;p70"/>
          <p:cNvCxnSpPr>
            <a:stCxn id="449" idx="3"/>
          </p:cNvCxnSpPr>
          <p:nvPr/>
        </p:nvCxnSpPr>
        <p:spPr>
          <a:xfrm>
            <a:off x="7572725" y="4682888"/>
            <a:ext cx="1039800" cy="1163700"/>
          </a:xfrm>
          <a:prstGeom prst="bentConnector2">
            <a:avLst/>
          </a:prstGeom>
          <a:noFill/>
          <a:ln w="28575" cap="flat" cmpd="sng">
            <a:solidFill>
              <a:schemeClr val="dk2"/>
            </a:solidFill>
            <a:prstDash val="solid"/>
            <a:round/>
            <a:headEnd type="none" w="med" len="med"/>
            <a:tailEnd type="stealth" w="med" len="med"/>
          </a:ln>
        </p:spPr>
      </p:cxnSp>
      <p:sp>
        <p:nvSpPr>
          <p:cNvPr id="452" name="Google Shape;452;p70"/>
          <p:cNvSpPr txBox="1"/>
          <p:nvPr/>
        </p:nvSpPr>
        <p:spPr>
          <a:xfrm>
            <a:off x="4437925" y="4141100"/>
            <a:ext cx="480000" cy="54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2000">
                <a:solidFill>
                  <a:srgbClr val="595959"/>
                </a:solidFill>
                <a:latin typeface="Gill Sans"/>
                <a:ea typeface="Gill Sans"/>
                <a:cs typeface="Gill Sans"/>
                <a:sym typeface="Gill Sans"/>
              </a:rPr>
              <a:t>Si</a:t>
            </a:r>
            <a:endParaRPr sz="2000">
              <a:solidFill>
                <a:srgbClr val="595959"/>
              </a:solidFill>
              <a:latin typeface="Gill Sans"/>
              <a:ea typeface="Gill Sans"/>
              <a:cs typeface="Gill Sans"/>
              <a:sym typeface="Gill Sans"/>
            </a:endParaRPr>
          </a:p>
        </p:txBody>
      </p:sp>
      <p:sp>
        <p:nvSpPr>
          <p:cNvPr id="453" name="Google Shape;453;p70"/>
          <p:cNvSpPr txBox="1"/>
          <p:nvPr/>
        </p:nvSpPr>
        <p:spPr>
          <a:xfrm>
            <a:off x="7852625" y="4141100"/>
            <a:ext cx="620700" cy="54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ES" sz="2000">
                <a:solidFill>
                  <a:srgbClr val="595959"/>
                </a:solidFill>
                <a:latin typeface="Gill Sans"/>
                <a:ea typeface="Gill Sans"/>
                <a:cs typeface="Gill Sans"/>
                <a:sym typeface="Gill Sans"/>
              </a:rPr>
              <a:t>No</a:t>
            </a:r>
            <a:endParaRPr sz="2000">
              <a:solidFill>
                <a:srgbClr val="595959"/>
              </a:solidFill>
              <a:latin typeface="Gill Sans"/>
              <a:ea typeface="Gill Sans"/>
              <a:cs typeface="Gill Sans"/>
              <a:sym typeface="Gill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If else</a:t>
            </a:r>
            <a:endParaRPr/>
          </a:p>
        </p:txBody>
      </p:sp>
      <p:sp>
        <p:nvSpPr>
          <p:cNvPr id="459" name="Google Shape;459;p71"/>
          <p:cNvSpPr txBox="1">
            <a:spLocks noGrp="1"/>
          </p:cNvSpPr>
          <p:nvPr>
            <p:ph type="body" idx="1"/>
          </p:nvPr>
        </p:nvSpPr>
        <p:spPr>
          <a:xfrm>
            <a:off x="1057850" y="1439701"/>
            <a:ext cx="10805700" cy="5096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La estructura </a:t>
            </a:r>
            <a:r>
              <a:rPr lang="es-ES" sz="2600" b="1"/>
              <a:t>if</a:t>
            </a:r>
            <a:r>
              <a:rPr lang="es-ES" sz="2600"/>
              <a:t> evalúa una condición y, si esta condición es verdadera, ejecuta un bloque de código. La estructura </a:t>
            </a:r>
            <a:r>
              <a:rPr lang="es-ES" sz="2600" b="1"/>
              <a:t>else </a:t>
            </a:r>
            <a:r>
              <a:rPr lang="es-ES" sz="2600"/>
              <a:t>ejecuta un bloque de código si la condiciones anterior es falsa. </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Clr>
                <a:schemeClr val="dk1"/>
              </a:buClr>
              <a:buSzPts val="1100"/>
              <a:buFont typeface="Arial"/>
              <a:buNone/>
            </a:pPr>
            <a:r>
              <a:rPr lang="es-ES" sz="2600"/>
              <a:t>let edad = 20;</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if (edad &lt; 18) {</a:t>
            </a:r>
            <a:endParaRPr sz="2600"/>
          </a:p>
          <a:p>
            <a:pPr marL="0" lvl="0" indent="0" algn="l" rtl="0">
              <a:lnSpc>
                <a:spcPct val="100000"/>
              </a:lnSpc>
              <a:spcBef>
                <a:spcPts val="0"/>
              </a:spcBef>
              <a:spcAft>
                <a:spcPts val="0"/>
              </a:spcAft>
              <a:buClr>
                <a:schemeClr val="dk1"/>
              </a:buClr>
              <a:buSzPts val="1100"/>
              <a:buFont typeface="Arial"/>
              <a:buNone/>
            </a:pPr>
            <a:r>
              <a:rPr lang="es-ES" sz="2600"/>
              <a:t>  console.log("Eres menor de edad.");</a:t>
            </a:r>
            <a:endParaRPr sz="2600"/>
          </a:p>
          <a:p>
            <a:pPr marL="0" lvl="0" indent="0" algn="l" rtl="0">
              <a:lnSpc>
                <a:spcPct val="100000"/>
              </a:lnSpc>
              <a:spcBef>
                <a:spcPts val="0"/>
              </a:spcBef>
              <a:spcAft>
                <a:spcPts val="0"/>
              </a:spcAft>
              <a:buClr>
                <a:schemeClr val="dk1"/>
              </a:buClr>
              <a:buSzPts val="1100"/>
              <a:buFont typeface="Arial"/>
              <a:buNone/>
            </a:pPr>
            <a:r>
              <a:rPr lang="es-ES" sz="2600"/>
              <a:t>} else {</a:t>
            </a:r>
            <a:endParaRPr sz="2600"/>
          </a:p>
          <a:p>
            <a:pPr marL="0" lvl="0" indent="0" algn="l" rtl="0">
              <a:lnSpc>
                <a:spcPct val="100000"/>
              </a:lnSpc>
              <a:spcBef>
                <a:spcPts val="0"/>
              </a:spcBef>
              <a:spcAft>
                <a:spcPts val="0"/>
              </a:spcAft>
              <a:buClr>
                <a:schemeClr val="dk1"/>
              </a:buClr>
              <a:buSzPts val="1100"/>
              <a:buFont typeface="Arial"/>
              <a:buNone/>
            </a:pPr>
            <a:r>
              <a:rPr lang="es-ES" sz="2600"/>
              <a:t>  console.log("Eres mayor.");</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If else</a:t>
            </a:r>
            <a:endParaRPr/>
          </a:p>
        </p:txBody>
      </p:sp>
      <p:sp>
        <p:nvSpPr>
          <p:cNvPr id="465" name="Google Shape;465;p72"/>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Otro ejemplo:</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let edad = 20;</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a:t>if (edad &lt; 18) {</a:t>
            </a:r>
            <a:endParaRPr sz="2600"/>
          </a:p>
          <a:p>
            <a:pPr marL="0" lvl="0" indent="0" algn="l" rtl="0">
              <a:lnSpc>
                <a:spcPct val="100000"/>
              </a:lnSpc>
              <a:spcBef>
                <a:spcPts val="0"/>
              </a:spcBef>
              <a:spcAft>
                <a:spcPts val="0"/>
              </a:spcAft>
              <a:buNone/>
            </a:pPr>
            <a:r>
              <a:rPr lang="es-ES" sz="2600"/>
              <a:t>  console.log("Eres menor de edad.");</a:t>
            </a:r>
            <a:endParaRPr sz="2600"/>
          </a:p>
          <a:p>
            <a:pPr marL="0" lvl="0" indent="0" algn="l" rtl="0">
              <a:lnSpc>
                <a:spcPct val="100000"/>
              </a:lnSpc>
              <a:spcBef>
                <a:spcPts val="0"/>
              </a:spcBef>
              <a:spcAft>
                <a:spcPts val="0"/>
              </a:spcAft>
              <a:buNone/>
            </a:pPr>
            <a:r>
              <a:rPr lang="es-ES" sz="2600"/>
              <a:t>} else if (edad &gt;= 18 &amp;&amp; edad &lt; 65) {</a:t>
            </a:r>
            <a:endParaRPr sz="2600"/>
          </a:p>
          <a:p>
            <a:pPr marL="0" lvl="0" indent="0" algn="l" rtl="0">
              <a:lnSpc>
                <a:spcPct val="100000"/>
              </a:lnSpc>
              <a:spcBef>
                <a:spcPts val="0"/>
              </a:spcBef>
              <a:spcAft>
                <a:spcPts val="0"/>
              </a:spcAft>
              <a:buNone/>
            </a:pPr>
            <a:r>
              <a:rPr lang="es-ES" sz="2600"/>
              <a:t>  console.log("Eres adulto.");</a:t>
            </a:r>
            <a:endParaRPr sz="2600"/>
          </a:p>
          <a:p>
            <a:pPr marL="0" lvl="0" indent="0" algn="l" rtl="0">
              <a:lnSpc>
                <a:spcPct val="100000"/>
              </a:lnSpc>
              <a:spcBef>
                <a:spcPts val="0"/>
              </a:spcBef>
              <a:spcAft>
                <a:spcPts val="0"/>
              </a:spcAft>
              <a:buNone/>
            </a:pPr>
            <a:r>
              <a:rPr lang="es-ES" sz="2600"/>
              <a:t>} else {</a:t>
            </a:r>
            <a:endParaRPr sz="2600"/>
          </a:p>
          <a:p>
            <a:pPr marL="0" lvl="0" indent="0" algn="l" rtl="0">
              <a:lnSpc>
                <a:spcPct val="100000"/>
              </a:lnSpc>
              <a:spcBef>
                <a:spcPts val="0"/>
              </a:spcBef>
              <a:spcAft>
                <a:spcPts val="0"/>
              </a:spcAft>
              <a:buNone/>
            </a:pPr>
            <a:r>
              <a:rPr lang="es-ES" sz="2600"/>
              <a:t>  console.log("Eres mayor.");</a:t>
            </a:r>
            <a:endParaRPr sz="2600"/>
          </a:p>
          <a:p>
            <a:pPr marL="0" lvl="0" indent="0" algn="l" rtl="0">
              <a:lnSpc>
                <a:spcPct val="100000"/>
              </a:lnSpc>
              <a:spcBef>
                <a:spcPts val="0"/>
              </a:spcBef>
              <a:spcAft>
                <a:spcPts val="0"/>
              </a:spcAft>
              <a:buNone/>
            </a:pPr>
            <a:r>
              <a:rPr lang="es-ES" sz="2600"/>
              <a:t>}</a:t>
            </a:r>
            <a:endParaRPr sz="2600"/>
          </a:p>
          <a:p>
            <a:pPr marL="0" lvl="0" indent="0" algn="l" rtl="0">
              <a:lnSpc>
                <a:spcPct val="100000"/>
              </a:lnSpc>
              <a:spcBef>
                <a:spcPts val="0"/>
              </a:spcBef>
              <a:spcAft>
                <a:spcPts val="0"/>
              </a:spcAft>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7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Ejercicio</a:t>
            </a:r>
            <a:endParaRPr/>
          </a:p>
        </p:txBody>
      </p:sp>
      <p:sp>
        <p:nvSpPr>
          <p:cNvPr id="471" name="Google Shape;471;p73"/>
          <p:cNvSpPr txBox="1">
            <a:spLocks noGrp="1"/>
          </p:cNvSpPr>
          <p:nvPr>
            <p:ph type="body" idx="1"/>
          </p:nvPr>
        </p:nvSpPr>
        <p:spPr>
          <a:xfrm>
            <a:off x="1057850" y="1837725"/>
            <a:ext cx="10805700" cy="189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800"/>
              <a:t>Escribe un script que verifique si un número es positivo, negativo o cero</a:t>
            </a:r>
            <a:endParaRPr sz="2800"/>
          </a:p>
          <a:p>
            <a:pPr marL="0" lvl="0" indent="0" algn="l" rtl="0">
              <a:lnSpc>
                <a:spcPct val="100000"/>
              </a:lnSpc>
              <a:spcBef>
                <a:spcPts val="0"/>
              </a:spcBef>
              <a:spcAft>
                <a:spcPts val="0"/>
              </a:spcAft>
              <a:buNone/>
            </a:pPr>
            <a:endParaRPr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7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Resolución</a:t>
            </a:r>
            <a:endParaRPr/>
          </a:p>
        </p:txBody>
      </p:sp>
      <p:sp>
        <p:nvSpPr>
          <p:cNvPr id="477" name="Google Shape;477;p74"/>
          <p:cNvSpPr txBox="1">
            <a:spLocks noGrp="1"/>
          </p:cNvSpPr>
          <p:nvPr>
            <p:ph type="body" idx="1"/>
          </p:nvPr>
        </p:nvSpPr>
        <p:spPr>
          <a:xfrm>
            <a:off x="1057850" y="1439700"/>
            <a:ext cx="10805700" cy="189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3000"/>
              <a:t>let numero = -4;</a:t>
            </a:r>
            <a:endParaRPr sz="3000"/>
          </a:p>
          <a:p>
            <a:pPr marL="0" lvl="0" indent="0" algn="l" rtl="0">
              <a:lnSpc>
                <a:spcPct val="100000"/>
              </a:lnSpc>
              <a:spcBef>
                <a:spcPts val="0"/>
              </a:spcBef>
              <a:spcAft>
                <a:spcPts val="0"/>
              </a:spcAft>
              <a:buClr>
                <a:schemeClr val="dk1"/>
              </a:buClr>
              <a:buSzPts val="1100"/>
              <a:buFont typeface="Arial"/>
              <a:buNone/>
            </a:pPr>
            <a:endParaRPr sz="3000"/>
          </a:p>
          <a:p>
            <a:pPr marL="0" lvl="0" indent="0" algn="l" rtl="0">
              <a:lnSpc>
                <a:spcPct val="100000"/>
              </a:lnSpc>
              <a:spcBef>
                <a:spcPts val="0"/>
              </a:spcBef>
              <a:spcAft>
                <a:spcPts val="0"/>
              </a:spcAft>
              <a:buClr>
                <a:schemeClr val="dk1"/>
              </a:buClr>
              <a:buSzPts val="1100"/>
              <a:buFont typeface="Arial"/>
              <a:buNone/>
            </a:pPr>
            <a:r>
              <a:rPr lang="es-ES" sz="3000"/>
              <a:t>// Verificación del signo del número</a:t>
            </a:r>
            <a:endParaRPr sz="3000"/>
          </a:p>
          <a:p>
            <a:pPr marL="0" lvl="0" indent="0" algn="l" rtl="0">
              <a:lnSpc>
                <a:spcPct val="100000"/>
              </a:lnSpc>
              <a:spcBef>
                <a:spcPts val="0"/>
              </a:spcBef>
              <a:spcAft>
                <a:spcPts val="0"/>
              </a:spcAft>
              <a:buClr>
                <a:schemeClr val="dk1"/>
              </a:buClr>
              <a:buSzPts val="1100"/>
              <a:buFont typeface="Arial"/>
              <a:buNone/>
            </a:pPr>
            <a:r>
              <a:rPr lang="es-ES" sz="3000"/>
              <a:t>if (numero &gt; 0) {</a:t>
            </a:r>
            <a:endParaRPr sz="3000"/>
          </a:p>
          <a:p>
            <a:pPr marL="0" lvl="0" indent="0" algn="l" rtl="0">
              <a:lnSpc>
                <a:spcPct val="100000"/>
              </a:lnSpc>
              <a:spcBef>
                <a:spcPts val="0"/>
              </a:spcBef>
              <a:spcAft>
                <a:spcPts val="0"/>
              </a:spcAft>
              <a:buClr>
                <a:schemeClr val="dk1"/>
              </a:buClr>
              <a:buSzPts val="1100"/>
              <a:buFont typeface="Arial"/>
              <a:buNone/>
            </a:pPr>
            <a:r>
              <a:rPr lang="es-ES" sz="3000"/>
              <a:t>    console.log("El número es positivo.");</a:t>
            </a:r>
            <a:endParaRPr sz="3000"/>
          </a:p>
          <a:p>
            <a:pPr marL="0" lvl="0" indent="0" algn="l" rtl="0">
              <a:lnSpc>
                <a:spcPct val="100000"/>
              </a:lnSpc>
              <a:spcBef>
                <a:spcPts val="0"/>
              </a:spcBef>
              <a:spcAft>
                <a:spcPts val="0"/>
              </a:spcAft>
              <a:buClr>
                <a:schemeClr val="dk1"/>
              </a:buClr>
              <a:buSzPts val="1100"/>
              <a:buFont typeface="Arial"/>
              <a:buNone/>
            </a:pPr>
            <a:r>
              <a:rPr lang="es-ES" sz="3000"/>
              <a:t>} else if (numero &lt; 0) {</a:t>
            </a:r>
            <a:endParaRPr sz="3000"/>
          </a:p>
          <a:p>
            <a:pPr marL="0" lvl="0" indent="0" algn="l" rtl="0">
              <a:lnSpc>
                <a:spcPct val="100000"/>
              </a:lnSpc>
              <a:spcBef>
                <a:spcPts val="0"/>
              </a:spcBef>
              <a:spcAft>
                <a:spcPts val="0"/>
              </a:spcAft>
              <a:buClr>
                <a:schemeClr val="dk1"/>
              </a:buClr>
              <a:buSzPts val="1100"/>
              <a:buFont typeface="Arial"/>
              <a:buNone/>
            </a:pPr>
            <a:r>
              <a:rPr lang="es-ES" sz="3000"/>
              <a:t>    console.log("El número es negativo.");</a:t>
            </a:r>
            <a:endParaRPr sz="3000"/>
          </a:p>
          <a:p>
            <a:pPr marL="0" lvl="0" indent="0" algn="l" rtl="0">
              <a:lnSpc>
                <a:spcPct val="100000"/>
              </a:lnSpc>
              <a:spcBef>
                <a:spcPts val="0"/>
              </a:spcBef>
              <a:spcAft>
                <a:spcPts val="0"/>
              </a:spcAft>
              <a:buClr>
                <a:schemeClr val="dk1"/>
              </a:buClr>
              <a:buSzPts val="1100"/>
              <a:buFont typeface="Arial"/>
              <a:buNone/>
            </a:pPr>
            <a:r>
              <a:rPr lang="es-ES" sz="3000"/>
              <a:t>} else {</a:t>
            </a:r>
            <a:endParaRPr sz="3000"/>
          </a:p>
          <a:p>
            <a:pPr marL="0" lvl="0" indent="0" algn="l" rtl="0">
              <a:lnSpc>
                <a:spcPct val="100000"/>
              </a:lnSpc>
              <a:spcBef>
                <a:spcPts val="0"/>
              </a:spcBef>
              <a:spcAft>
                <a:spcPts val="0"/>
              </a:spcAft>
              <a:buClr>
                <a:schemeClr val="dk1"/>
              </a:buClr>
              <a:buSzPts val="1100"/>
              <a:buFont typeface="Arial"/>
              <a:buNone/>
            </a:pPr>
            <a:r>
              <a:rPr lang="es-ES" sz="3000"/>
              <a:t>    console.log("El número es cero.");</a:t>
            </a:r>
            <a:endParaRPr sz="3000"/>
          </a:p>
          <a:p>
            <a:pPr marL="0" lvl="0" indent="0" algn="l" rtl="0">
              <a:lnSpc>
                <a:spcPct val="100000"/>
              </a:lnSpc>
              <a:spcBef>
                <a:spcPts val="0"/>
              </a:spcBef>
              <a:spcAft>
                <a:spcPts val="0"/>
              </a:spcAft>
              <a:buClr>
                <a:schemeClr val="dk1"/>
              </a:buClr>
              <a:buSzPts val="1100"/>
              <a:buFont typeface="Arial"/>
              <a:buNone/>
            </a:pPr>
            <a:r>
              <a:rPr lang="es-ES" sz="3000"/>
              <a:t>}</a:t>
            </a:r>
            <a:endParaRPr sz="3000"/>
          </a:p>
          <a:p>
            <a:pPr marL="0" lvl="0" indent="0" algn="l" rtl="0">
              <a:lnSpc>
                <a:spcPct val="100000"/>
              </a:lnSpc>
              <a:spcBef>
                <a:spcPts val="0"/>
              </a:spcBef>
              <a:spcAft>
                <a:spcPts val="0"/>
              </a:spcAft>
              <a:buClr>
                <a:schemeClr val="dk1"/>
              </a:buClr>
              <a:buSzPts val="1100"/>
              <a:buFont typeface="Arial"/>
              <a:buNone/>
            </a:pPr>
            <a:endParaRPr sz="3000"/>
          </a:p>
          <a:p>
            <a:pPr marL="0" lvl="0" indent="0" algn="l" rtl="0">
              <a:lnSpc>
                <a:spcPct val="100000"/>
              </a:lnSpc>
              <a:spcBef>
                <a:spcPts val="0"/>
              </a:spcBef>
              <a:spcAft>
                <a:spcPts val="0"/>
              </a:spcAft>
              <a:buNone/>
            </a:pPr>
            <a:endParaRPr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7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Ejercicio</a:t>
            </a:r>
            <a:endParaRPr/>
          </a:p>
        </p:txBody>
      </p:sp>
      <p:sp>
        <p:nvSpPr>
          <p:cNvPr id="483" name="Google Shape;483;p75"/>
          <p:cNvSpPr txBox="1">
            <a:spLocks noGrp="1"/>
          </p:cNvSpPr>
          <p:nvPr>
            <p:ph type="body" idx="1"/>
          </p:nvPr>
        </p:nvSpPr>
        <p:spPr>
          <a:xfrm>
            <a:off x="1057850" y="1822400"/>
            <a:ext cx="10805700" cy="189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800"/>
              <a:t>Escribe un script que verifique si un número es positivo, negativo o cero, y que además verifique si es par o impar.</a:t>
            </a:r>
            <a:endParaRPr sz="2800"/>
          </a:p>
          <a:p>
            <a:pPr marL="0" lvl="0" indent="0" algn="l" rtl="0">
              <a:lnSpc>
                <a:spcPct val="100000"/>
              </a:lnSpc>
              <a:spcBef>
                <a:spcPts val="0"/>
              </a:spcBef>
              <a:spcAft>
                <a:spcPts val="0"/>
              </a:spcAft>
              <a:buNone/>
            </a:pP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7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Resolución</a:t>
            </a:r>
            <a:endParaRPr/>
          </a:p>
        </p:txBody>
      </p:sp>
      <p:sp>
        <p:nvSpPr>
          <p:cNvPr id="489" name="Google Shape;489;p76"/>
          <p:cNvSpPr txBox="1">
            <a:spLocks noGrp="1"/>
          </p:cNvSpPr>
          <p:nvPr>
            <p:ph type="body" idx="1"/>
          </p:nvPr>
        </p:nvSpPr>
        <p:spPr>
          <a:xfrm>
            <a:off x="1057850" y="1439700"/>
            <a:ext cx="5335800" cy="5122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let numero = -4;</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a:t>if (numero &gt; 0)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positivo.");</a:t>
            </a:r>
            <a:endParaRPr sz="2400"/>
          </a:p>
          <a:p>
            <a:pPr marL="0" lvl="0" indent="0" algn="l" rtl="0">
              <a:lnSpc>
                <a:spcPct val="100000"/>
              </a:lnSpc>
              <a:spcBef>
                <a:spcPts val="0"/>
              </a:spcBef>
              <a:spcAft>
                <a:spcPts val="0"/>
              </a:spcAft>
              <a:buClr>
                <a:schemeClr val="dk1"/>
              </a:buClr>
              <a:buSzPts val="1100"/>
              <a:buFont typeface="Arial"/>
              <a:buNone/>
            </a:pPr>
            <a:r>
              <a:rPr lang="es-ES" sz="2400"/>
              <a:t>    // Verificación si es par o impar</a:t>
            </a:r>
            <a:endParaRPr sz="2400"/>
          </a:p>
          <a:p>
            <a:pPr marL="0" lvl="0" indent="0" algn="l" rtl="0">
              <a:lnSpc>
                <a:spcPct val="100000"/>
              </a:lnSpc>
              <a:spcBef>
                <a:spcPts val="0"/>
              </a:spcBef>
              <a:spcAft>
                <a:spcPts val="0"/>
              </a:spcAft>
              <a:buClr>
                <a:schemeClr val="dk1"/>
              </a:buClr>
              <a:buSzPts val="1100"/>
              <a:buFont typeface="Arial"/>
              <a:buNone/>
            </a:pPr>
            <a:r>
              <a:rPr lang="es-ES" sz="2400"/>
              <a:t>    if (numero % 2 === 0)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par.");</a:t>
            </a:r>
            <a:endParaRPr sz="2400"/>
          </a:p>
          <a:p>
            <a:pPr marL="0" lvl="0" indent="0" algn="l" rtl="0">
              <a:lnSpc>
                <a:spcPct val="100000"/>
              </a:lnSpc>
              <a:spcBef>
                <a:spcPts val="0"/>
              </a:spcBef>
              <a:spcAft>
                <a:spcPts val="0"/>
              </a:spcAft>
              <a:buClr>
                <a:schemeClr val="dk1"/>
              </a:buClr>
              <a:buSzPts val="1100"/>
              <a:buFont typeface="Arial"/>
              <a:buNone/>
            </a:pPr>
            <a:r>
              <a:rPr lang="es-ES" sz="2400"/>
              <a:t>    } else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impar.");</a:t>
            </a:r>
            <a:endParaRPr sz="2400"/>
          </a:p>
          <a:p>
            <a:pPr marL="0" lvl="0" indent="0" algn="l" rtl="0">
              <a:lnSpc>
                <a:spcPct val="100000"/>
              </a:lnSpc>
              <a:spcBef>
                <a:spcPts val="0"/>
              </a:spcBef>
              <a:spcAft>
                <a:spcPts val="0"/>
              </a:spcAft>
              <a:buClr>
                <a:schemeClr val="dk1"/>
              </a:buClr>
              <a:buSzPts val="1100"/>
              <a:buFont typeface="Arial"/>
              <a:buNone/>
            </a:pPr>
            <a:r>
              <a:rPr lang="es-ES" sz="2400"/>
              <a:t>    }</a:t>
            </a:r>
            <a:endParaRPr sz="2400"/>
          </a:p>
          <a:p>
            <a:pPr marL="0" lvl="0" indent="0" algn="l" rtl="0">
              <a:lnSpc>
                <a:spcPct val="100000"/>
              </a:lnSpc>
              <a:spcBef>
                <a:spcPts val="0"/>
              </a:spcBef>
              <a:spcAft>
                <a:spcPts val="0"/>
              </a:spcAft>
              <a:buClr>
                <a:schemeClr val="dk1"/>
              </a:buClr>
              <a:buSzPts val="1100"/>
              <a:buFont typeface="Arial"/>
              <a:buNone/>
            </a:pPr>
            <a:r>
              <a:rPr lang="es-ES" sz="2400"/>
              <a:t>} else if (numero &lt; 0)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negativo.");</a:t>
            </a:r>
            <a:endParaRPr sz="2400"/>
          </a:p>
          <a:p>
            <a:pPr marL="0" lvl="0" indent="0" algn="l" rtl="0">
              <a:lnSpc>
                <a:spcPct val="100000"/>
              </a:lnSpc>
              <a:spcBef>
                <a:spcPts val="0"/>
              </a:spcBef>
              <a:spcAft>
                <a:spcPts val="0"/>
              </a:spcAft>
              <a:buClr>
                <a:schemeClr val="dk1"/>
              </a:buClr>
              <a:buSzPts val="1100"/>
              <a:buFont typeface="Arial"/>
              <a:buNone/>
            </a:pPr>
            <a:r>
              <a:rPr lang="es-ES" sz="2400"/>
              <a:t>    </a:t>
            </a:r>
            <a:endParaRPr sz="3000"/>
          </a:p>
          <a:p>
            <a:pPr marL="0" lvl="0" indent="0" algn="l" rtl="0">
              <a:lnSpc>
                <a:spcPct val="100000"/>
              </a:lnSpc>
              <a:spcBef>
                <a:spcPts val="0"/>
              </a:spcBef>
              <a:spcAft>
                <a:spcPts val="0"/>
              </a:spcAft>
              <a:buNone/>
            </a:pPr>
            <a:endParaRPr sz="2400"/>
          </a:p>
        </p:txBody>
      </p:sp>
      <p:sp>
        <p:nvSpPr>
          <p:cNvPr id="490" name="Google Shape;490;p76"/>
          <p:cNvSpPr txBox="1">
            <a:spLocks noGrp="1"/>
          </p:cNvSpPr>
          <p:nvPr>
            <p:ph type="body" idx="1"/>
          </p:nvPr>
        </p:nvSpPr>
        <p:spPr>
          <a:xfrm>
            <a:off x="6693350" y="1555900"/>
            <a:ext cx="5335800" cy="5122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    // Verificación si es par o impar</a:t>
            </a:r>
            <a:endParaRPr sz="2400"/>
          </a:p>
          <a:p>
            <a:pPr marL="0" lvl="0" indent="0" algn="l" rtl="0">
              <a:lnSpc>
                <a:spcPct val="100000"/>
              </a:lnSpc>
              <a:spcBef>
                <a:spcPts val="0"/>
              </a:spcBef>
              <a:spcAft>
                <a:spcPts val="0"/>
              </a:spcAft>
              <a:buClr>
                <a:schemeClr val="dk1"/>
              </a:buClr>
              <a:buSzPts val="1100"/>
              <a:buFont typeface="Arial"/>
              <a:buNone/>
            </a:pPr>
            <a:r>
              <a:rPr lang="es-ES" sz="2400"/>
              <a:t>    if (numero % 2 === 0)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par.");</a:t>
            </a:r>
            <a:endParaRPr sz="2400"/>
          </a:p>
          <a:p>
            <a:pPr marL="0" lvl="0" indent="0" algn="l" rtl="0">
              <a:lnSpc>
                <a:spcPct val="100000"/>
              </a:lnSpc>
              <a:spcBef>
                <a:spcPts val="0"/>
              </a:spcBef>
              <a:spcAft>
                <a:spcPts val="0"/>
              </a:spcAft>
              <a:buClr>
                <a:schemeClr val="dk1"/>
              </a:buClr>
              <a:buSzPts val="1100"/>
              <a:buFont typeface="Arial"/>
              <a:buNone/>
            </a:pPr>
            <a:r>
              <a:rPr lang="es-ES" sz="2400"/>
              <a:t>    } else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impar.");</a:t>
            </a:r>
            <a:endParaRPr sz="2400"/>
          </a:p>
          <a:p>
            <a:pPr marL="0" lvl="0" indent="0" algn="l" rtl="0">
              <a:lnSpc>
                <a:spcPct val="100000"/>
              </a:lnSpc>
              <a:spcBef>
                <a:spcPts val="0"/>
              </a:spcBef>
              <a:spcAft>
                <a:spcPts val="0"/>
              </a:spcAft>
              <a:buClr>
                <a:schemeClr val="dk1"/>
              </a:buClr>
              <a:buSzPts val="1100"/>
              <a:buFont typeface="Arial"/>
              <a:buNone/>
            </a:pPr>
            <a:r>
              <a:rPr lang="es-ES" sz="2400"/>
              <a:t>    }</a:t>
            </a:r>
            <a:endParaRPr sz="2400"/>
          </a:p>
          <a:p>
            <a:pPr marL="0" lvl="0" indent="0" algn="l" rtl="0">
              <a:lnSpc>
                <a:spcPct val="100000"/>
              </a:lnSpc>
              <a:spcBef>
                <a:spcPts val="0"/>
              </a:spcBef>
              <a:spcAft>
                <a:spcPts val="0"/>
              </a:spcAft>
              <a:buClr>
                <a:schemeClr val="dk1"/>
              </a:buClr>
              <a:buSzPts val="1100"/>
              <a:buFont typeface="Arial"/>
              <a:buNone/>
            </a:pPr>
            <a:r>
              <a:rPr lang="es-ES" sz="2400"/>
              <a:t>} else {</a:t>
            </a:r>
            <a:endParaRPr sz="2400"/>
          </a:p>
          <a:p>
            <a:pPr marL="0" lvl="0" indent="0" algn="l" rtl="0">
              <a:lnSpc>
                <a:spcPct val="100000"/>
              </a:lnSpc>
              <a:spcBef>
                <a:spcPts val="0"/>
              </a:spcBef>
              <a:spcAft>
                <a:spcPts val="0"/>
              </a:spcAft>
              <a:buClr>
                <a:schemeClr val="dk1"/>
              </a:buClr>
              <a:buSzPts val="1100"/>
              <a:buFont typeface="Arial"/>
              <a:buNone/>
            </a:pPr>
            <a:r>
              <a:rPr lang="es-ES" sz="2400"/>
              <a:t>    console.log("El número es cero.");</a:t>
            </a:r>
            <a:endParaRPr sz="2400"/>
          </a:p>
          <a:p>
            <a:pPr marL="0" lvl="0" indent="0" algn="l" rtl="0">
              <a:lnSpc>
                <a:spcPct val="100000"/>
              </a:lnSpc>
              <a:spcBef>
                <a:spcPts val="0"/>
              </a:spcBef>
              <a:spcAft>
                <a:spcPts val="0"/>
              </a:spcAft>
              <a:buClr>
                <a:schemeClr val="dk1"/>
              </a:buClr>
              <a:buSzPts val="1100"/>
              <a:buFont typeface="Arial"/>
              <a:buNone/>
            </a:pPr>
            <a:r>
              <a:rPr lang="es-ES" sz="2400"/>
              <a:t>}</a:t>
            </a:r>
            <a:endParaRPr sz="2400"/>
          </a:p>
          <a:p>
            <a:pPr marL="0" lvl="0" indent="0" algn="l" rtl="0">
              <a:lnSpc>
                <a:spcPct val="100000"/>
              </a:lnSpc>
              <a:spcBef>
                <a:spcPts val="0"/>
              </a:spcBef>
              <a:spcAft>
                <a:spcPts val="0"/>
              </a:spcAft>
              <a:buClr>
                <a:schemeClr val="dk1"/>
              </a:buClr>
              <a:buSzPts val="1100"/>
              <a:buFont typeface="Arial"/>
              <a:buNone/>
            </a:pPr>
            <a:endParaRPr sz="3000"/>
          </a:p>
          <a:p>
            <a:pPr marL="0" lvl="0" indent="0" algn="l" rtl="0">
              <a:lnSpc>
                <a:spcPct val="100000"/>
              </a:lnSpc>
              <a:spcBef>
                <a:spcPts val="0"/>
              </a:spcBef>
              <a:spcAft>
                <a:spcPts val="0"/>
              </a:spcAft>
              <a:buNone/>
            </a:pP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Operador Ternario</a:t>
            </a:r>
            <a:endParaRPr/>
          </a:p>
        </p:txBody>
      </p:sp>
      <p:sp>
        <p:nvSpPr>
          <p:cNvPr id="496" name="Google Shape;496;p77"/>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600"/>
              <a:t>El </a:t>
            </a:r>
            <a:r>
              <a:rPr lang="es-ES" sz="2600" b="1"/>
              <a:t>operador ternario</a:t>
            </a:r>
            <a:r>
              <a:rPr lang="es-ES" sz="2600"/>
              <a:t> es una forma concisa de escribir un condicional </a:t>
            </a:r>
            <a:r>
              <a:rPr lang="es-ES" sz="2600" b="1"/>
              <a:t>if-else</a:t>
            </a:r>
            <a:r>
              <a:rPr lang="es-ES" sz="2600"/>
              <a:t>. Tiene tres partes: una condición, un resultado si la condición es verdadera y un resultado si la condición es falsa.</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b="1"/>
              <a:t>Sintaxis:</a:t>
            </a:r>
            <a:endParaRPr sz="2600" b="1"/>
          </a:p>
          <a:p>
            <a:pPr marL="0" lvl="0" indent="0" algn="l" rtl="0">
              <a:lnSpc>
                <a:spcPct val="100000"/>
              </a:lnSpc>
              <a:spcBef>
                <a:spcPts val="0"/>
              </a:spcBef>
              <a:spcAft>
                <a:spcPts val="0"/>
              </a:spcAft>
              <a:buNone/>
            </a:pPr>
            <a:r>
              <a:rPr lang="es-ES" sz="2600"/>
              <a:t>condición ? expresiónSiVerdadera : expresiónSiFalsa;</a:t>
            </a:r>
            <a:endParaRPr sz="2600"/>
          </a:p>
          <a:p>
            <a:pPr marL="0" lvl="0" indent="0" algn="l" rtl="0">
              <a:lnSpc>
                <a:spcPct val="100000"/>
              </a:lnSpc>
              <a:spcBef>
                <a:spcPts val="0"/>
              </a:spcBef>
              <a:spcAft>
                <a:spcPts val="0"/>
              </a:spcAft>
              <a:buNone/>
            </a:pPr>
            <a:endParaRPr sz="2600"/>
          </a:p>
          <a:p>
            <a:pPr marL="0" lvl="0" indent="0" algn="l" rtl="0">
              <a:lnSpc>
                <a:spcPct val="100000"/>
              </a:lnSpc>
              <a:spcBef>
                <a:spcPts val="0"/>
              </a:spcBef>
              <a:spcAft>
                <a:spcPts val="0"/>
              </a:spcAft>
              <a:buNone/>
            </a:pPr>
            <a:r>
              <a:rPr lang="es-ES" sz="2600" b="1"/>
              <a:t>Ejemplo:</a:t>
            </a:r>
            <a:endParaRPr sz="2600" b="1"/>
          </a:p>
          <a:p>
            <a:pPr marL="0" lvl="0" indent="0" algn="l" rtl="0">
              <a:lnSpc>
                <a:spcPct val="100000"/>
              </a:lnSpc>
              <a:spcBef>
                <a:spcPts val="0"/>
              </a:spcBef>
              <a:spcAft>
                <a:spcPts val="0"/>
              </a:spcAft>
              <a:buClr>
                <a:schemeClr val="dk1"/>
              </a:buClr>
              <a:buSzPts val="1100"/>
              <a:buFont typeface="Arial"/>
              <a:buNone/>
            </a:pPr>
            <a:r>
              <a:rPr lang="es-ES" sz="2600"/>
              <a:t>let edad = 20;</a:t>
            </a:r>
            <a:endParaRPr sz="2600"/>
          </a:p>
          <a:p>
            <a:pPr marL="0" lvl="0" indent="0" algn="l" rtl="0">
              <a:lnSpc>
                <a:spcPct val="100000"/>
              </a:lnSpc>
              <a:spcBef>
                <a:spcPts val="0"/>
              </a:spcBef>
              <a:spcAft>
                <a:spcPts val="0"/>
              </a:spcAft>
              <a:buClr>
                <a:schemeClr val="dk1"/>
              </a:buClr>
              <a:buSzPts val="1100"/>
              <a:buFont typeface="Arial"/>
              <a:buNone/>
            </a:pPr>
            <a:r>
              <a:rPr lang="es-ES" sz="2600"/>
              <a:t>let mensaje = edad &gt;= 18 ? "Eres adulto." : "Eres menor de edad.";</a:t>
            </a:r>
            <a:endParaRPr sz="2600"/>
          </a:p>
          <a:p>
            <a:pPr marL="0" lvl="0" indent="0" algn="l" rtl="0">
              <a:lnSpc>
                <a:spcPct val="100000"/>
              </a:lnSpc>
              <a:spcBef>
                <a:spcPts val="0"/>
              </a:spcBef>
              <a:spcAft>
                <a:spcPts val="0"/>
              </a:spcAft>
              <a:buClr>
                <a:schemeClr val="dk1"/>
              </a:buClr>
              <a:buSzPts val="1100"/>
              <a:buFont typeface="Arial"/>
              <a:buNone/>
            </a:pPr>
            <a:r>
              <a:rPr lang="es-ES" sz="2600"/>
              <a:t>console.log(mensaje); // "Eres adulto."</a:t>
            </a:r>
            <a:endParaRPr sz="2600"/>
          </a:p>
          <a:p>
            <a:pPr marL="0" lvl="0" indent="0" algn="l" rtl="0">
              <a:lnSpc>
                <a:spcPct val="100000"/>
              </a:lnSpc>
              <a:spcBef>
                <a:spcPts val="0"/>
              </a:spcBef>
              <a:spcAft>
                <a:spcPts val="0"/>
              </a:spcAft>
              <a:buNone/>
            </a:pPr>
            <a:endParaRPr sz="24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78"/>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Switch</a:t>
            </a:r>
            <a:endParaRPr/>
          </a:p>
        </p:txBody>
      </p:sp>
      <p:sp>
        <p:nvSpPr>
          <p:cNvPr id="502" name="Google Shape;502;p78"/>
          <p:cNvSpPr txBox="1">
            <a:spLocks noGrp="1"/>
          </p:cNvSpPr>
          <p:nvPr>
            <p:ph type="body" idx="1"/>
          </p:nvPr>
        </p:nvSpPr>
        <p:spPr>
          <a:xfrm>
            <a:off x="1057850" y="1233476"/>
            <a:ext cx="10805700" cy="607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400"/>
              <a:t>La estructura </a:t>
            </a:r>
            <a:r>
              <a:rPr lang="es-ES" sz="2400" b="1"/>
              <a:t>switch </a:t>
            </a:r>
            <a:r>
              <a:rPr lang="es-ES" sz="2400"/>
              <a:t>evalúa una expresión y ejecuta el bloque de código asociado con el primer caso que coincide con el valor de la expresión. Si no hay coincidencias, se puede ejecutar un bloque </a:t>
            </a:r>
            <a:r>
              <a:rPr lang="es-ES" sz="2400" b="1"/>
              <a:t>default.</a:t>
            </a:r>
            <a:endParaRPr sz="2400" b="1"/>
          </a:p>
          <a:p>
            <a:pPr marL="0" lvl="0" indent="0" algn="l" rtl="0">
              <a:lnSpc>
                <a:spcPct val="100000"/>
              </a:lnSpc>
              <a:spcBef>
                <a:spcPts val="0"/>
              </a:spcBef>
              <a:spcAft>
                <a:spcPts val="0"/>
              </a:spcAft>
              <a:buNone/>
            </a:pPr>
            <a:endParaRPr sz="2400" b="1"/>
          </a:p>
          <a:p>
            <a:pPr marL="0" lvl="0" indent="0" algn="l" rtl="0">
              <a:lnSpc>
                <a:spcPct val="100000"/>
              </a:lnSpc>
              <a:spcBef>
                <a:spcPts val="0"/>
              </a:spcBef>
              <a:spcAft>
                <a:spcPts val="0"/>
              </a:spcAft>
              <a:buNone/>
            </a:pPr>
            <a:r>
              <a:rPr lang="es-ES" sz="2400"/>
              <a:t>switch (expresión) {</a:t>
            </a:r>
            <a:endParaRPr sz="2400"/>
          </a:p>
          <a:p>
            <a:pPr marL="0" lvl="0" indent="0" algn="l" rtl="0">
              <a:lnSpc>
                <a:spcPct val="100000"/>
              </a:lnSpc>
              <a:spcBef>
                <a:spcPts val="0"/>
              </a:spcBef>
              <a:spcAft>
                <a:spcPts val="0"/>
              </a:spcAft>
              <a:buNone/>
            </a:pPr>
            <a:r>
              <a:rPr lang="es-ES" sz="2400"/>
              <a:t>  case valor1:</a:t>
            </a:r>
            <a:endParaRPr sz="2400"/>
          </a:p>
          <a:p>
            <a:pPr marL="0" lvl="0" indent="0" algn="l" rtl="0">
              <a:lnSpc>
                <a:spcPct val="100000"/>
              </a:lnSpc>
              <a:spcBef>
                <a:spcPts val="0"/>
              </a:spcBef>
              <a:spcAft>
                <a:spcPts val="0"/>
              </a:spcAft>
              <a:buNone/>
            </a:pPr>
            <a:r>
              <a:rPr lang="es-ES" sz="2400"/>
              <a:t>    // código a ejecutar si la expresión es igual a valor1</a:t>
            </a:r>
            <a:endParaRPr sz="2400"/>
          </a:p>
          <a:p>
            <a:pPr marL="0" lvl="0" indent="0" algn="l" rtl="0">
              <a:lnSpc>
                <a:spcPct val="100000"/>
              </a:lnSpc>
              <a:spcBef>
                <a:spcPts val="0"/>
              </a:spcBef>
              <a:spcAft>
                <a:spcPts val="0"/>
              </a:spcAft>
              <a:buNone/>
            </a:pPr>
            <a:r>
              <a:rPr lang="es-ES" sz="2400"/>
              <a:t>    break;</a:t>
            </a:r>
            <a:endParaRPr sz="2400"/>
          </a:p>
          <a:p>
            <a:pPr marL="0" lvl="0" indent="0" algn="l" rtl="0">
              <a:lnSpc>
                <a:spcPct val="100000"/>
              </a:lnSpc>
              <a:spcBef>
                <a:spcPts val="0"/>
              </a:spcBef>
              <a:spcAft>
                <a:spcPts val="0"/>
              </a:spcAft>
              <a:buNone/>
            </a:pPr>
            <a:r>
              <a:rPr lang="es-ES" sz="2400"/>
              <a:t>  case valor2:</a:t>
            </a:r>
            <a:endParaRPr sz="2400"/>
          </a:p>
          <a:p>
            <a:pPr marL="0" lvl="0" indent="0" algn="l" rtl="0">
              <a:lnSpc>
                <a:spcPct val="100000"/>
              </a:lnSpc>
              <a:spcBef>
                <a:spcPts val="0"/>
              </a:spcBef>
              <a:spcAft>
                <a:spcPts val="0"/>
              </a:spcAft>
              <a:buNone/>
            </a:pPr>
            <a:r>
              <a:rPr lang="es-ES" sz="2400"/>
              <a:t>    // código a ejecutar si la expresión es igual a valor2</a:t>
            </a:r>
            <a:endParaRPr sz="2400"/>
          </a:p>
          <a:p>
            <a:pPr marL="0" lvl="0" indent="0" algn="l" rtl="0">
              <a:lnSpc>
                <a:spcPct val="100000"/>
              </a:lnSpc>
              <a:spcBef>
                <a:spcPts val="0"/>
              </a:spcBef>
              <a:spcAft>
                <a:spcPts val="0"/>
              </a:spcAft>
              <a:buNone/>
            </a:pPr>
            <a:r>
              <a:rPr lang="es-ES" sz="2400"/>
              <a:t>    break;</a:t>
            </a:r>
            <a:endParaRPr sz="2400"/>
          </a:p>
          <a:p>
            <a:pPr marL="0" lvl="0" indent="0" algn="l" rtl="0">
              <a:lnSpc>
                <a:spcPct val="100000"/>
              </a:lnSpc>
              <a:spcBef>
                <a:spcPts val="0"/>
              </a:spcBef>
              <a:spcAft>
                <a:spcPts val="0"/>
              </a:spcAft>
              <a:buNone/>
            </a:pPr>
            <a:r>
              <a:rPr lang="es-ES" sz="2400"/>
              <a:t>  // puedes tener tantos casos como necesites</a:t>
            </a:r>
            <a:endParaRPr sz="2400"/>
          </a:p>
          <a:p>
            <a:pPr marL="0" lvl="0" indent="0" algn="l" rtl="0">
              <a:lnSpc>
                <a:spcPct val="100000"/>
              </a:lnSpc>
              <a:spcBef>
                <a:spcPts val="0"/>
              </a:spcBef>
              <a:spcAft>
                <a:spcPts val="0"/>
              </a:spcAft>
              <a:buNone/>
            </a:pPr>
            <a:r>
              <a:rPr lang="es-ES" sz="2400"/>
              <a:t>  default:</a:t>
            </a:r>
            <a:endParaRPr sz="2400"/>
          </a:p>
          <a:p>
            <a:pPr marL="0" lvl="0" indent="0" algn="l" rtl="0">
              <a:lnSpc>
                <a:spcPct val="100000"/>
              </a:lnSpc>
              <a:spcBef>
                <a:spcPts val="0"/>
              </a:spcBef>
              <a:spcAft>
                <a:spcPts val="0"/>
              </a:spcAft>
              <a:buNone/>
            </a:pPr>
            <a:r>
              <a:rPr lang="es-ES" sz="2400"/>
              <a:t>    // código a ejecutar si la expresión no coincide con ninguno de los casos anteriores</a:t>
            </a:r>
            <a:endParaRPr sz="2400"/>
          </a:p>
          <a:p>
            <a:pPr marL="0" lvl="0" indent="0" algn="l" rtl="0">
              <a:lnSpc>
                <a:spcPct val="100000"/>
              </a:lnSpc>
              <a:spcBef>
                <a:spcPts val="0"/>
              </a:spcBef>
              <a:spcAft>
                <a:spcPts val="0"/>
              </a:spcAft>
              <a:buNone/>
            </a:pPr>
            <a:r>
              <a:rPr lang="es-ES" sz="2400"/>
              <a:t>}</a:t>
            </a:r>
            <a:endParaRPr sz="2400"/>
          </a:p>
          <a:p>
            <a:pPr marL="0" lvl="0" indent="0" algn="l" rtl="0">
              <a:lnSpc>
                <a:spcPct val="100000"/>
              </a:lnSpc>
              <a:spcBef>
                <a:spcPts val="0"/>
              </a:spcBef>
              <a:spcAft>
                <a:spcPts val="0"/>
              </a:spcAft>
              <a:buNone/>
            </a:pPr>
            <a:endParaRPr sz="2400" b="1"/>
          </a:p>
          <a:p>
            <a:pPr marL="0" lvl="0" indent="0" algn="l" rtl="0">
              <a:lnSpc>
                <a:spcPct val="100000"/>
              </a:lnSpc>
              <a:spcBef>
                <a:spcPts val="0"/>
              </a:spcBef>
              <a:spcAft>
                <a:spcPts val="0"/>
              </a:spcAft>
              <a:buNone/>
            </a:pPr>
            <a:endParaRPr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7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Switch</a:t>
            </a:r>
            <a:endParaRPr/>
          </a:p>
        </p:txBody>
      </p:sp>
      <p:sp>
        <p:nvSpPr>
          <p:cNvPr id="508" name="Google Shape;508;p79"/>
          <p:cNvSpPr txBox="1">
            <a:spLocks noGrp="1"/>
          </p:cNvSpPr>
          <p:nvPr>
            <p:ph type="body" idx="1"/>
          </p:nvPr>
        </p:nvSpPr>
        <p:spPr>
          <a:xfrm>
            <a:off x="1057850" y="1233475"/>
            <a:ext cx="10805700" cy="5511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s-ES" sz="2400"/>
              <a:t>let dia = "martes";</a:t>
            </a:r>
            <a:endParaRPr sz="2400"/>
          </a:p>
          <a:p>
            <a:pPr marL="0" lvl="0" indent="0" algn="l" rtl="0">
              <a:lnSpc>
                <a:spcPct val="100000"/>
              </a:lnSpc>
              <a:spcBef>
                <a:spcPts val="0"/>
              </a:spcBef>
              <a:spcAft>
                <a:spcPts val="0"/>
              </a:spcAft>
              <a:buNone/>
            </a:pPr>
            <a:endParaRPr sz="2400"/>
          </a:p>
          <a:p>
            <a:pPr marL="0" lvl="0" indent="0" algn="l" rtl="0">
              <a:lnSpc>
                <a:spcPct val="100000"/>
              </a:lnSpc>
              <a:spcBef>
                <a:spcPts val="0"/>
              </a:spcBef>
              <a:spcAft>
                <a:spcPts val="0"/>
              </a:spcAft>
              <a:buNone/>
            </a:pPr>
            <a:r>
              <a:rPr lang="es-ES" sz="2400"/>
              <a:t>switch (dia) {</a:t>
            </a:r>
            <a:endParaRPr sz="2400"/>
          </a:p>
          <a:p>
            <a:pPr marL="0" lvl="0" indent="0" algn="l" rtl="0">
              <a:lnSpc>
                <a:spcPct val="100000"/>
              </a:lnSpc>
              <a:spcBef>
                <a:spcPts val="0"/>
              </a:spcBef>
              <a:spcAft>
                <a:spcPts val="0"/>
              </a:spcAft>
              <a:buNone/>
            </a:pPr>
            <a:r>
              <a:rPr lang="es-ES" sz="2400"/>
              <a:t>  case "lunes":</a:t>
            </a:r>
            <a:endParaRPr sz="2400"/>
          </a:p>
          <a:p>
            <a:pPr marL="0" lvl="0" indent="0" algn="l" rtl="0">
              <a:lnSpc>
                <a:spcPct val="100000"/>
              </a:lnSpc>
              <a:spcBef>
                <a:spcPts val="0"/>
              </a:spcBef>
              <a:spcAft>
                <a:spcPts val="0"/>
              </a:spcAft>
              <a:buNone/>
            </a:pPr>
            <a:r>
              <a:rPr lang="es-ES" sz="2400"/>
              <a:t>    console.log("Hoy es lunes.");</a:t>
            </a:r>
            <a:endParaRPr sz="2400"/>
          </a:p>
          <a:p>
            <a:pPr marL="0" lvl="0" indent="0" algn="l" rtl="0">
              <a:lnSpc>
                <a:spcPct val="100000"/>
              </a:lnSpc>
              <a:spcBef>
                <a:spcPts val="0"/>
              </a:spcBef>
              <a:spcAft>
                <a:spcPts val="0"/>
              </a:spcAft>
              <a:buNone/>
            </a:pPr>
            <a:r>
              <a:rPr lang="es-ES" sz="2400"/>
              <a:t>    break;</a:t>
            </a:r>
            <a:endParaRPr sz="2400"/>
          </a:p>
          <a:p>
            <a:pPr marL="0" lvl="0" indent="0" algn="l" rtl="0">
              <a:lnSpc>
                <a:spcPct val="100000"/>
              </a:lnSpc>
              <a:spcBef>
                <a:spcPts val="0"/>
              </a:spcBef>
              <a:spcAft>
                <a:spcPts val="0"/>
              </a:spcAft>
              <a:buNone/>
            </a:pPr>
            <a:r>
              <a:rPr lang="es-ES" sz="2400"/>
              <a:t>  case "martes":</a:t>
            </a:r>
            <a:endParaRPr sz="2400"/>
          </a:p>
          <a:p>
            <a:pPr marL="0" lvl="0" indent="0" algn="l" rtl="0">
              <a:lnSpc>
                <a:spcPct val="100000"/>
              </a:lnSpc>
              <a:spcBef>
                <a:spcPts val="0"/>
              </a:spcBef>
              <a:spcAft>
                <a:spcPts val="0"/>
              </a:spcAft>
              <a:buNone/>
            </a:pPr>
            <a:r>
              <a:rPr lang="es-ES" sz="2400"/>
              <a:t>    console.log("Hoy es martes.");</a:t>
            </a:r>
            <a:endParaRPr sz="2400"/>
          </a:p>
          <a:p>
            <a:pPr marL="0" lvl="0" indent="0" algn="l" rtl="0">
              <a:lnSpc>
                <a:spcPct val="100000"/>
              </a:lnSpc>
              <a:spcBef>
                <a:spcPts val="0"/>
              </a:spcBef>
              <a:spcAft>
                <a:spcPts val="0"/>
              </a:spcAft>
              <a:buNone/>
            </a:pPr>
            <a:r>
              <a:rPr lang="es-ES" sz="2400"/>
              <a:t>    break;</a:t>
            </a:r>
            <a:endParaRPr sz="2400"/>
          </a:p>
          <a:p>
            <a:pPr marL="0" lvl="0" indent="0" algn="l" rtl="0">
              <a:lnSpc>
                <a:spcPct val="100000"/>
              </a:lnSpc>
              <a:spcBef>
                <a:spcPts val="0"/>
              </a:spcBef>
              <a:spcAft>
                <a:spcPts val="0"/>
              </a:spcAft>
              <a:buNone/>
            </a:pPr>
            <a:r>
              <a:rPr lang="es-ES" sz="2400"/>
              <a:t>  case "miércoles":</a:t>
            </a:r>
            <a:endParaRPr sz="2400"/>
          </a:p>
          <a:p>
            <a:pPr marL="0" lvl="0" indent="0" algn="l" rtl="0">
              <a:lnSpc>
                <a:spcPct val="100000"/>
              </a:lnSpc>
              <a:spcBef>
                <a:spcPts val="0"/>
              </a:spcBef>
              <a:spcAft>
                <a:spcPts val="0"/>
              </a:spcAft>
              <a:buNone/>
            </a:pPr>
            <a:r>
              <a:rPr lang="es-ES" sz="2400"/>
              <a:t>    console.log("Hoy es miércoles.");</a:t>
            </a:r>
            <a:endParaRPr sz="2400"/>
          </a:p>
          <a:p>
            <a:pPr marL="0" lvl="0" indent="0" algn="l" rtl="0">
              <a:lnSpc>
                <a:spcPct val="100000"/>
              </a:lnSpc>
              <a:spcBef>
                <a:spcPts val="0"/>
              </a:spcBef>
              <a:spcAft>
                <a:spcPts val="0"/>
              </a:spcAft>
              <a:buNone/>
            </a:pPr>
            <a:r>
              <a:rPr lang="es-ES" sz="2400"/>
              <a:t>    break;</a:t>
            </a:r>
            <a:endParaRPr sz="2400"/>
          </a:p>
          <a:p>
            <a:pPr marL="0" lvl="0" indent="0" algn="l" rtl="0">
              <a:lnSpc>
                <a:spcPct val="100000"/>
              </a:lnSpc>
              <a:spcBef>
                <a:spcPts val="0"/>
              </a:spcBef>
              <a:spcAft>
                <a:spcPts val="0"/>
              </a:spcAft>
              <a:buNone/>
            </a:pPr>
            <a:r>
              <a:rPr lang="es-ES" sz="2400"/>
              <a:t>  default:</a:t>
            </a:r>
            <a:endParaRPr sz="2400"/>
          </a:p>
          <a:p>
            <a:pPr marL="0" lvl="0" indent="0" algn="l" rtl="0">
              <a:lnSpc>
                <a:spcPct val="100000"/>
              </a:lnSpc>
              <a:spcBef>
                <a:spcPts val="0"/>
              </a:spcBef>
              <a:spcAft>
                <a:spcPts val="0"/>
              </a:spcAft>
              <a:buNone/>
            </a:pPr>
            <a:r>
              <a:rPr lang="es-ES" sz="2400"/>
              <a:t>    console.log("Hoy no es lunes, martes ni miércoles.");</a:t>
            </a:r>
            <a:endParaRPr sz="2400"/>
          </a:p>
          <a:p>
            <a:pPr marL="0" lvl="0" indent="0" algn="l" rtl="0">
              <a:lnSpc>
                <a:spcPct val="100000"/>
              </a:lnSpc>
              <a:spcBef>
                <a:spcPts val="0"/>
              </a:spcBef>
              <a:spcAft>
                <a:spcPts val="0"/>
              </a:spcAft>
              <a:buNone/>
            </a:pPr>
            <a:r>
              <a:rPr lang="es-ES" sz="2400"/>
              <a:t>} </a:t>
            </a: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80"/>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Ciclos</a:t>
            </a:r>
            <a:endParaRPr/>
          </a:p>
        </p:txBody>
      </p:sp>
      <p:sp>
        <p:nvSpPr>
          <p:cNvPr id="514" name="Google Shape;514;p80"/>
          <p:cNvSpPr txBox="1">
            <a:spLocks noGrp="1"/>
          </p:cNvSpPr>
          <p:nvPr>
            <p:ph type="body" idx="1"/>
          </p:nvPr>
        </p:nvSpPr>
        <p:spPr>
          <a:xfrm>
            <a:off x="1057850" y="1439700"/>
            <a:ext cx="51204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Los ciclos, también conocidos como bucles, son estructuras de control que permiten ejecutar repetidamente un bloque de código mientras se cumpla una condición específica. </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Los bucles son esenciales para tareas repetitivas, como iterar sobre elementos de un arreglo o realizar cálculos repetitivos.</a:t>
            </a:r>
            <a:endParaRPr sz="2600"/>
          </a:p>
          <a:p>
            <a:pPr marL="0" lvl="0" indent="0" algn="l" rtl="0">
              <a:lnSpc>
                <a:spcPct val="100000"/>
              </a:lnSpc>
              <a:spcBef>
                <a:spcPts val="0"/>
              </a:spcBef>
              <a:spcAft>
                <a:spcPts val="0"/>
              </a:spcAft>
              <a:buNone/>
            </a:pPr>
            <a:endParaRPr sz="2400"/>
          </a:p>
        </p:txBody>
      </p:sp>
      <p:pic>
        <p:nvPicPr>
          <p:cNvPr id="515" name="Google Shape;515;p80"/>
          <p:cNvPicPr preferRelativeResize="0"/>
          <p:nvPr/>
        </p:nvPicPr>
        <p:blipFill>
          <a:blip r:embed="rId3">
            <a:alphaModFix/>
          </a:blip>
          <a:stretch>
            <a:fillRect/>
          </a:stretch>
        </p:blipFill>
        <p:spPr>
          <a:xfrm>
            <a:off x="6562675" y="1001587"/>
            <a:ext cx="5120376" cy="485482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81"/>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While</a:t>
            </a:r>
            <a:endParaRPr/>
          </a:p>
        </p:txBody>
      </p:sp>
      <p:sp>
        <p:nvSpPr>
          <p:cNvPr id="521" name="Google Shape;521;p81"/>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El </a:t>
            </a:r>
            <a:r>
              <a:rPr lang="es-ES" sz="2600" b="1"/>
              <a:t>while </a:t>
            </a:r>
            <a:r>
              <a:rPr lang="es-ES" sz="2600"/>
              <a:t>ejecuta un bloque de código mientras una condición sea verdadera. Es ideal cuando no se conoce de antemano el número de iteraciones.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Sintaxis:</a:t>
            </a:r>
            <a:endParaRPr sz="2600" b="1"/>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while (condición) {</a:t>
            </a:r>
            <a:endParaRPr sz="2600"/>
          </a:p>
          <a:p>
            <a:pPr marL="0" lvl="0" indent="0" algn="l" rtl="0">
              <a:lnSpc>
                <a:spcPct val="100000"/>
              </a:lnSpc>
              <a:spcBef>
                <a:spcPts val="0"/>
              </a:spcBef>
              <a:spcAft>
                <a:spcPts val="0"/>
              </a:spcAft>
              <a:buClr>
                <a:schemeClr val="dk1"/>
              </a:buClr>
              <a:buSzPts val="1100"/>
              <a:buFont typeface="Arial"/>
              <a:buNone/>
            </a:pPr>
            <a:r>
              <a:rPr lang="es-ES" sz="2600"/>
              <a:t>  // código a ejecutar mientras la condición sea verdadera</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82"/>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While</a:t>
            </a:r>
            <a:endParaRPr/>
          </a:p>
        </p:txBody>
      </p:sp>
      <p:sp>
        <p:nvSpPr>
          <p:cNvPr id="527" name="Google Shape;527;p82"/>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b="1"/>
              <a:t>Ejemplo:</a:t>
            </a:r>
            <a:endParaRPr sz="2600" b="1"/>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let i = 0;</a:t>
            </a:r>
            <a:endParaRPr sz="2600"/>
          </a:p>
          <a:p>
            <a:pPr marL="0" lvl="0" indent="0" algn="l" rtl="0">
              <a:lnSpc>
                <a:spcPct val="100000"/>
              </a:lnSpc>
              <a:spcBef>
                <a:spcPts val="0"/>
              </a:spcBef>
              <a:spcAft>
                <a:spcPts val="0"/>
              </a:spcAft>
              <a:buClr>
                <a:schemeClr val="dk1"/>
              </a:buClr>
              <a:buSzPts val="1100"/>
              <a:buFont typeface="Arial"/>
              <a:buNone/>
            </a:pPr>
            <a:r>
              <a:rPr lang="es-ES" sz="2600"/>
              <a:t>while (i &lt; 5) {</a:t>
            </a:r>
            <a:endParaRPr sz="2600"/>
          </a:p>
          <a:p>
            <a:pPr marL="0" lvl="0" indent="0" algn="l" rtl="0">
              <a:lnSpc>
                <a:spcPct val="100000"/>
              </a:lnSpc>
              <a:spcBef>
                <a:spcPts val="0"/>
              </a:spcBef>
              <a:spcAft>
                <a:spcPts val="0"/>
              </a:spcAft>
              <a:buClr>
                <a:schemeClr val="dk1"/>
              </a:buClr>
              <a:buSzPts val="1100"/>
              <a:buFont typeface="Arial"/>
              <a:buNone/>
            </a:pPr>
            <a:r>
              <a:rPr lang="es-ES" sz="2600"/>
              <a:t>  console.log(i); // Imprime 0, 1, 2, 3, 4</a:t>
            </a:r>
            <a:endParaRPr sz="2600"/>
          </a:p>
          <a:p>
            <a:pPr marL="0" lvl="0" indent="0" algn="l" rtl="0">
              <a:lnSpc>
                <a:spcPct val="100000"/>
              </a:lnSpc>
              <a:spcBef>
                <a:spcPts val="0"/>
              </a:spcBef>
              <a:spcAft>
                <a:spcPts val="0"/>
              </a:spcAft>
              <a:buClr>
                <a:schemeClr val="dk1"/>
              </a:buClr>
              <a:buSzPts val="1100"/>
              <a:buFont typeface="Arial"/>
              <a:buNone/>
            </a:pPr>
            <a:r>
              <a:rPr lang="es-ES" sz="2600"/>
              <a:t>  i++;</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83"/>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do...while</a:t>
            </a:r>
            <a:endParaRPr/>
          </a:p>
        </p:txBody>
      </p:sp>
      <p:sp>
        <p:nvSpPr>
          <p:cNvPr id="533" name="Google Shape;533;p83"/>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El </a:t>
            </a:r>
            <a:r>
              <a:rPr lang="es-ES" sz="2400" b="1"/>
              <a:t>do...while</a:t>
            </a:r>
            <a:r>
              <a:rPr lang="es-ES" sz="2400"/>
              <a:t> es similar al while, pero garantiza que el bloque de código se ejecute al menos una vez antes de evaluar la condición.</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Sintaxis:</a:t>
            </a:r>
            <a:endParaRPr sz="2400" b="1"/>
          </a:p>
          <a:p>
            <a:pPr marL="0" lvl="0" indent="0" algn="l" rtl="0">
              <a:lnSpc>
                <a:spcPct val="100000"/>
              </a:lnSpc>
              <a:spcBef>
                <a:spcPts val="0"/>
              </a:spcBef>
              <a:spcAft>
                <a:spcPts val="0"/>
              </a:spcAft>
              <a:buClr>
                <a:schemeClr val="dk1"/>
              </a:buClr>
              <a:buSzPts val="1100"/>
              <a:buFont typeface="Arial"/>
              <a:buNone/>
            </a:pPr>
            <a:r>
              <a:rPr lang="es-ES" sz="2400"/>
              <a:t>do {</a:t>
            </a:r>
            <a:endParaRPr sz="2400"/>
          </a:p>
          <a:p>
            <a:pPr marL="0" lvl="0" indent="0" algn="l" rtl="0">
              <a:lnSpc>
                <a:spcPct val="100000"/>
              </a:lnSpc>
              <a:spcBef>
                <a:spcPts val="0"/>
              </a:spcBef>
              <a:spcAft>
                <a:spcPts val="0"/>
              </a:spcAft>
              <a:buClr>
                <a:schemeClr val="dk1"/>
              </a:buClr>
              <a:buSzPts val="1100"/>
              <a:buFont typeface="Arial"/>
              <a:buNone/>
            </a:pPr>
            <a:r>
              <a:rPr lang="es-ES" sz="2400"/>
              <a:t>  // código a ejecutar</a:t>
            </a:r>
            <a:endParaRPr sz="2400"/>
          </a:p>
          <a:p>
            <a:pPr marL="0" lvl="0" indent="0" algn="l" rtl="0">
              <a:lnSpc>
                <a:spcPct val="100000"/>
              </a:lnSpc>
              <a:spcBef>
                <a:spcPts val="0"/>
              </a:spcBef>
              <a:spcAft>
                <a:spcPts val="0"/>
              </a:spcAft>
              <a:buClr>
                <a:schemeClr val="dk1"/>
              </a:buClr>
              <a:buSzPts val="1100"/>
              <a:buFont typeface="Arial"/>
              <a:buNone/>
            </a:pPr>
            <a:r>
              <a:rPr lang="es-ES" sz="2400"/>
              <a:t>} while (condición);</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Ejemplo:</a:t>
            </a:r>
            <a:endParaRPr sz="2400" b="1"/>
          </a:p>
          <a:p>
            <a:pPr marL="0" lvl="0" indent="0" algn="l" rtl="0">
              <a:lnSpc>
                <a:spcPct val="100000"/>
              </a:lnSpc>
              <a:spcBef>
                <a:spcPts val="0"/>
              </a:spcBef>
              <a:spcAft>
                <a:spcPts val="0"/>
              </a:spcAft>
              <a:buClr>
                <a:schemeClr val="dk1"/>
              </a:buClr>
              <a:buSzPts val="1100"/>
              <a:buFont typeface="Arial"/>
              <a:buNone/>
            </a:pPr>
            <a:r>
              <a:rPr lang="es-ES" sz="2400"/>
              <a:t>let i = 0;</a:t>
            </a:r>
            <a:endParaRPr sz="2400"/>
          </a:p>
          <a:p>
            <a:pPr marL="0" lvl="0" indent="0" algn="l" rtl="0">
              <a:lnSpc>
                <a:spcPct val="100000"/>
              </a:lnSpc>
              <a:spcBef>
                <a:spcPts val="0"/>
              </a:spcBef>
              <a:spcAft>
                <a:spcPts val="0"/>
              </a:spcAft>
              <a:buClr>
                <a:schemeClr val="dk1"/>
              </a:buClr>
              <a:buSzPts val="1100"/>
              <a:buFont typeface="Arial"/>
              <a:buNone/>
            </a:pPr>
            <a:r>
              <a:rPr lang="es-ES" sz="2400"/>
              <a:t>do {</a:t>
            </a:r>
            <a:endParaRPr sz="2400"/>
          </a:p>
          <a:p>
            <a:pPr marL="0" lvl="0" indent="0" algn="l" rtl="0">
              <a:lnSpc>
                <a:spcPct val="100000"/>
              </a:lnSpc>
              <a:spcBef>
                <a:spcPts val="0"/>
              </a:spcBef>
              <a:spcAft>
                <a:spcPts val="0"/>
              </a:spcAft>
              <a:buClr>
                <a:schemeClr val="dk1"/>
              </a:buClr>
              <a:buSzPts val="1100"/>
              <a:buFont typeface="Arial"/>
              <a:buNone/>
            </a:pPr>
            <a:r>
              <a:rPr lang="es-ES" sz="2400"/>
              <a:t>  console.log(i); // Imprime 0, 1, 2, 3, 4</a:t>
            </a:r>
            <a:endParaRPr sz="2400"/>
          </a:p>
          <a:p>
            <a:pPr marL="0" lvl="0" indent="0" algn="l" rtl="0">
              <a:lnSpc>
                <a:spcPct val="100000"/>
              </a:lnSpc>
              <a:spcBef>
                <a:spcPts val="0"/>
              </a:spcBef>
              <a:spcAft>
                <a:spcPts val="0"/>
              </a:spcAft>
              <a:buClr>
                <a:schemeClr val="dk1"/>
              </a:buClr>
              <a:buSzPts val="1100"/>
              <a:buFont typeface="Arial"/>
              <a:buNone/>
            </a:pPr>
            <a:r>
              <a:rPr lang="es-ES" sz="2400"/>
              <a:t>  i++;</a:t>
            </a:r>
            <a:endParaRPr sz="2400"/>
          </a:p>
          <a:p>
            <a:pPr marL="0" lvl="0" indent="0" algn="l" rtl="0">
              <a:lnSpc>
                <a:spcPct val="100000"/>
              </a:lnSpc>
              <a:spcBef>
                <a:spcPts val="0"/>
              </a:spcBef>
              <a:spcAft>
                <a:spcPts val="0"/>
              </a:spcAft>
              <a:buClr>
                <a:schemeClr val="dk1"/>
              </a:buClr>
              <a:buSzPts val="1100"/>
              <a:buFont typeface="Arial"/>
              <a:buNone/>
            </a:pPr>
            <a:r>
              <a:rPr lang="es-ES" sz="2400"/>
              <a:t>} while (i &lt; 5);</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84"/>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For</a:t>
            </a:r>
            <a:endParaRPr/>
          </a:p>
        </p:txBody>
      </p:sp>
      <p:sp>
        <p:nvSpPr>
          <p:cNvPr id="539" name="Google Shape;539;p84"/>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El </a:t>
            </a:r>
            <a:r>
              <a:rPr lang="es-ES" sz="2600" b="1"/>
              <a:t>for </a:t>
            </a:r>
            <a:r>
              <a:rPr lang="es-ES" sz="2600"/>
              <a:t>es utilizado para iterar sobre una secuencia de valores. Se compone de tres partes: la inicialización, la condición y la expresión de actualización.</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Sintaxis:</a:t>
            </a:r>
            <a:endParaRPr sz="2600" b="1"/>
          </a:p>
          <a:p>
            <a:pPr marL="0" lvl="0" indent="0" algn="l" rtl="0">
              <a:lnSpc>
                <a:spcPct val="100000"/>
              </a:lnSpc>
              <a:spcBef>
                <a:spcPts val="0"/>
              </a:spcBef>
              <a:spcAft>
                <a:spcPts val="0"/>
              </a:spcAft>
              <a:buClr>
                <a:schemeClr val="dk1"/>
              </a:buClr>
              <a:buSzPts val="1100"/>
              <a:buFont typeface="Arial"/>
              <a:buNone/>
            </a:pPr>
            <a:r>
              <a:rPr lang="es-ES" sz="2600"/>
              <a:t>for (inicialización; condición; actualización) {</a:t>
            </a:r>
            <a:endParaRPr sz="2600"/>
          </a:p>
          <a:p>
            <a:pPr marL="0" lvl="0" indent="0" algn="l" rtl="0">
              <a:lnSpc>
                <a:spcPct val="100000"/>
              </a:lnSpc>
              <a:spcBef>
                <a:spcPts val="0"/>
              </a:spcBef>
              <a:spcAft>
                <a:spcPts val="0"/>
              </a:spcAft>
              <a:buClr>
                <a:schemeClr val="dk1"/>
              </a:buClr>
              <a:buSzPts val="1100"/>
              <a:buFont typeface="Arial"/>
              <a:buNone/>
            </a:pPr>
            <a:r>
              <a:rPr lang="es-ES" sz="2600"/>
              <a:t>  // código a ejecutar en cada iteración</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Ejemplo:</a:t>
            </a:r>
            <a:endParaRPr sz="2600" b="1"/>
          </a:p>
          <a:p>
            <a:pPr marL="0" lvl="0" indent="0" algn="l" rtl="0">
              <a:lnSpc>
                <a:spcPct val="100000"/>
              </a:lnSpc>
              <a:spcBef>
                <a:spcPts val="0"/>
              </a:spcBef>
              <a:spcAft>
                <a:spcPts val="0"/>
              </a:spcAft>
              <a:buClr>
                <a:schemeClr val="dk1"/>
              </a:buClr>
              <a:buSzPts val="1100"/>
              <a:buFont typeface="Arial"/>
              <a:buNone/>
            </a:pPr>
            <a:r>
              <a:rPr lang="es-ES" sz="2600"/>
              <a:t>for (let i = 0; i &lt; 5; i++) {</a:t>
            </a:r>
            <a:endParaRPr sz="2600"/>
          </a:p>
          <a:p>
            <a:pPr marL="0" lvl="0" indent="0" algn="l" rtl="0">
              <a:lnSpc>
                <a:spcPct val="100000"/>
              </a:lnSpc>
              <a:spcBef>
                <a:spcPts val="0"/>
              </a:spcBef>
              <a:spcAft>
                <a:spcPts val="0"/>
              </a:spcAft>
              <a:buClr>
                <a:schemeClr val="dk1"/>
              </a:buClr>
              <a:buSzPts val="1100"/>
              <a:buFont typeface="Arial"/>
              <a:buNone/>
            </a:pPr>
            <a:r>
              <a:rPr lang="es-ES" sz="2600"/>
              <a:t>  console.log(i); // Imprime 0, 1, 2, 3, 4</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85"/>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for...in</a:t>
            </a:r>
            <a:endParaRPr/>
          </a:p>
        </p:txBody>
      </p:sp>
      <p:sp>
        <p:nvSpPr>
          <p:cNvPr id="545" name="Google Shape;545;p85"/>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El </a:t>
            </a:r>
            <a:r>
              <a:rPr lang="es-ES" sz="2400" b="1"/>
              <a:t>for...in</a:t>
            </a:r>
            <a:r>
              <a:rPr lang="es-ES" sz="2400"/>
              <a:t> se utiliza para iterar sobre las propiedades enumerables de un objeto. Es útil para recorrer las claves de un objeto.</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Sintaxis:</a:t>
            </a:r>
            <a:endParaRPr sz="2400" b="1"/>
          </a:p>
          <a:p>
            <a:pPr marL="0" lvl="0" indent="0" algn="l" rtl="0">
              <a:lnSpc>
                <a:spcPct val="100000"/>
              </a:lnSpc>
              <a:spcBef>
                <a:spcPts val="0"/>
              </a:spcBef>
              <a:spcAft>
                <a:spcPts val="0"/>
              </a:spcAft>
              <a:buClr>
                <a:schemeClr val="dk1"/>
              </a:buClr>
              <a:buSzPts val="1100"/>
              <a:buFont typeface="Arial"/>
              <a:buNone/>
            </a:pPr>
            <a:r>
              <a:rPr lang="es-ES" sz="2400"/>
              <a:t>for (clave in objeto) {</a:t>
            </a:r>
            <a:endParaRPr sz="2400"/>
          </a:p>
          <a:p>
            <a:pPr marL="0" lvl="0" indent="0" algn="l" rtl="0">
              <a:lnSpc>
                <a:spcPct val="100000"/>
              </a:lnSpc>
              <a:spcBef>
                <a:spcPts val="0"/>
              </a:spcBef>
              <a:spcAft>
                <a:spcPts val="0"/>
              </a:spcAft>
              <a:buClr>
                <a:schemeClr val="dk1"/>
              </a:buClr>
              <a:buSzPts val="1100"/>
              <a:buFont typeface="Arial"/>
              <a:buNone/>
            </a:pPr>
            <a:r>
              <a:rPr lang="es-ES" sz="2400"/>
              <a:t>  // código a ejecutar para cada clave del objeto</a:t>
            </a:r>
            <a:endParaRPr sz="2400"/>
          </a:p>
          <a:p>
            <a:pPr marL="0" lvl="0" indent="0" algn="l" rtl="0">
              <a:lnSpc>
                <a:spcPct val="100000"/>
              </a:lnSpc>
              <a:spcBef>
                <a:spcPts val="0"/>
              </a:spcBef>
              <a:spcAft>
                <a:spcPts val="0"/>
              </a:spcAft>
              <a:buClr>
                <a:schemeClr val="dk1"/>
              </a:buClr>
              <a:buSzPts val="1100"/>
              <a:buFont typeface="Arial"/>
              <a:buNone/>
            </a:pPr>
            <a:r>
              <a:rPr lang="es-ES" sz="2400"/>
              <a:t>}</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Ejemplo:</a:t>
            </a:r>
            <a:endParaRPr sz="2400" b="1"/>
          </a:p>
          <a:p>
            <a:pPr marL="0" lvl="0" indent="0" algn="l" rtl="0">
              <a:lnSpc>
                <a:spcPct val="100000"/>
              </a:lnSpc>
              <a:spcBef>
                <a:spcPts val="0"/>
              </a:spcBef>
              <a:spcAft>
                <a:spcPts val="0"/>
              </a:spcAft>
              <a:buClr>
                <a:schemeClr val="dk1"/>
              </a:buClr>
              <a:buSzPts val="1100"/>
              <a:buFont typeface="Arial"/>
              <a:buNone/>
            </a:pPr>
            <a:r>
              <a:rPr lang="es-ES" sz="2400"/>
              <a:t>let persona = { nombre: "Juan", edad: 30 };</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a:t>for (let clave in persona) {</a:t>
            </a:r>
            <a:endParaRPr sz="2400"/>
          </a:p>
          <a:p>
            <a:pPr marL="0" lvl="0" indent="0" algn="l" rtl="0">
              <a:lnSpc>
                <a:spcPct val="100000"/>
              </a:lnSpc>
              <a:spcBef>
                <a:spcPts val="0"/>
              </a:spcBef>
              <a:spcAft>
                <a:spcPts val="0"/>
              </a:spcAft>
              <a:buClr>
                <a:schemeClr val="dk1"/>
              </a:buClr>
              <a:buSzPts val="1100"/>
              <a:buFont typeface="Arial"/>
              <a:buNone/>
            </a:pPr>
            <a:r>
              <a:rPr lang="es-ES" sz="2400"/>
              <a:t>  console.log(clave + ": " + persona[clave]); // Imprime "nombre: Juan" y "edad: 30"</a:t>
            </a:r>
            <a:endParaRPr sz="2400"/>
          </a:p>
          <a:p>
            <a:pPr marL="0" lvl="0" indent="0" algn="l" rtl="0">
              <a:lnSpc>
                <a:spcPct val="100000"/>
              </a:lnSpc>
              <a:spcBef>
                <a:spcPts val="0"/>
              </a:spcBef>
              <a:spcAft>
                <a:spcPts val="0"/>
              </a:spcAft>
              <a:buClr>
                <a:schemeClr val="dk1"/>
              </a:buClr>
              <a:buSzPts val="1100"/>
              <a:buFont typeface="Arial"/>
              <a:buNone/>
            </a:pPr>
            <a:r>
              <a:rPr lang="es-ES" sz="2400"/>
              <a:t>}</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86"/>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for...of</a:t>
            </a:r>
            <a:endParaRPr/>
          </a:p>
        </p:txBody>
      </p:sp>
      <p:sp>
        <p:nvSpPr>
          <p:cNvPr id="551" name="Google Shape;551;p86"/>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400"/>
              <a:t>El </a:t>
            </a:r>
            <a:r>
              <a:rPr lang="es-ES" sz="2400" b="1"/>
              <a:t>for...of</a:t>
            </a:r>
            <a:r>
              <a:rPr lang="es-ES" sz="2400"/>
              <a:t> se utiliza para iterar sobre elementos iterables, como arreglos, cadenas, mapas, conjuntos y otros objetos con un iterador.</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Sintaxis:</a:t>
            </a:r>
            <a:endParaRPr sz="2400" b="1"/>
          </a:p>
          <a:p>
            <a:pPr marL="0" lvl="0" indent="0" algn="l" rtl="0">
              <a:lnSpc>
                <a:spcPct val="100000"/>
              </a:lnSpc>
              <a:spcBef>
                <a:spcPts val="0"/>
              </a:spcBef>
              <a:spcAft>
                <a:spcPts val="0"/>
              </a:spcAft>
              <a:buClr>
                <a:schemeClr val="dk1"/>
              </a:buClr>
              <a:buSzPts val="1100"/>
              <a:buFont typeface="Arial"/>
              <a:buNone/>
            </a:pPr>
            <a:r>
              <a:rPr lang="es-ES" sz="2400"/>
              <a:t>for (variable of iterable) {</a:t>
            </a:r>
            <a:endParaRPr sz="2400"/>
          </a:p>
          <a:p>
            <a:pPr marL="0" lvl="0" indent="0" algn="l" rtl="0">
              <a:lnSpc>
                <a:spcPct val="100000"/>
              </a:lnSpc>
              <a:spcBef>
                <a:spcPts val="0"/>
              </a:spcBef>
              <a:spcAft>
                <a:spcPts val="0"/>
              </a:spcAft>
              <a:buClr>
                <a:schemeClr val="dk1"/>
              </a:buClr>
              <a:buSzPts val="1100"/>
              <a:buFont typeface="Arial"/>
              <a:buNone/>
            </a:pPr>
            <a:r>
              <a:rPr lang="es-ES" sz="2400"/>
              <a:t>  // código a ejecutar para cada elemento del iterable</a:t>
            </a:r>
            <a:endParaRPr sz="2400"/>
          </a:p>
          <a:p>
            <a:pPr marL="0" lvl="0" indent="0" algn="l" rtl="0">
              <a:lnSpc>
                <a:spcPct val="100000"/>
              </a:lnSpc>
              <a:spcBef>
                <a:spcPts val="0"/>
              </a:spcBef>
              <a:spcAft>
                <a:spcPts val="0"/>
              </a:spcAft>
              <a:buClr>
                <a:schemeClr val="dk1"/>
              </a:buClr>
              <a:buSzPts val="1100"/>
              <a:buFont typeface="Arial"/>
              <a:buNone/>
            </a:pPr>
            <a:r>
              <a:rPr lang="es-ES" sz="2400"/>
              <a:t>}</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b="1"/>
              <a:t>Ejemplo:</a:t>
            </a:r>
            <a:endParaRPr sz="2400" b="1"/>
          </a:p>
          <a:p>
            <a:pPr marL="0" lvl="0" indent="0" algn="l" rtl="0">
              <a:lnSpc>
                <a:spcPct val="100000"/>
              </a:lnSpc>
              <a:spcBef>
                <a:spcPts val="0"/>
              </a:spcBef>
              <a:spcAft>
                <a:spcPts val="0"/>
              </a:spcAft>
              <a:buClr>
                <a:schemeClr val="dk1"/>
              </a:buClr>
              <a:buSzPts val="1100"/>
              <a:buFont typeface="Arial"/>
              <a:buNone/>
            </a:pPr>
            <a:r>
              <a:rPr lang="es-ES" sz="2400"/>
              <a:t>let frutas = ["manzana", "banana", "pera"];</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r>
              <a:rPr lang="es-ES" sz="2400"/>
              <a:t>for (let fruta of frutas) {</a:t>
            </a:r>
            <a:endParaRPr sz="2400"/>
          </a:p>
          <a:p>
            <a:pPr marL="0" lvl="0" indent="0" algn="l" rtl="0">
              <a:lnSpc>
                <a:spcPct val="100000"/>
              </a:lnSpc>
              <a:spcBef>
                <a:spcPts val="0"/>
              </a:spcBef>
              <a:spcAft>
                <a:spcPts val="0"/>
              </a:spcAft>
              <a:buClr>
                <a:schemeClr val="dk1"/>
              </a:buClr>
              <a:buSzPts val="1100"/>
              <a:buFont typeface="Arial"/>
              <a:buNone/>
            </a:pPr>
            <a:r>
              <a:rPr lang="es-ES" sz="2400"/>
              <a:t>  console.log(fruta); // Imprime "manzana", "banana", "pera"</a:t>
            </a:r>
            <a:endParaRPr sz="2400"/>
          </a:p>
          <a:p>
            <a:pPr marL="0" lvl="0" indent="0" algn="l" rtl="0">
              <a:lnSpc>
                <a:spcPct val="100000"/>
              </a:lnSpc>
              <a:spcBef>
                <a:spcPts val="0"/>
              </a:spcBef>
              <a:spcAft>
                <a:spcPts val="0"/>
              </a:spcAft>
              <a:buClr>
                <a:schemeClr val="dk1"/>
              </a:buClr>
              <a:buSzPts val="1100"/>
              <a:buFont typeface="Arial"/>
              <a:buNone/>
            </a:pPr>
            <a:r>
              <a:rPr lang="es-ES" sz="2400"/>
              <a:t>}</a:t>
            </a: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87"/>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Control de Bucles</a:t>
            </a:r>
            <a:endParaRPr/>
          </a:p>
        </p:txBody>
      </p:sp>
      <p:sp>
        <p:nvSpPr>
          <p:cNvPr id="557" name="Google Shape;557;p87"/>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La declaración </a:t>
            </a:r>
            <a:r>
              <a:rPr lang="es-ES" sz="2600" b="1"/>
              <a:t>break </a:t>
            </a:r>
            <a:r>
              <a:rPr lang="es-ES" sz="2600"/>
              <a:t>se utiliza para salir de un bucle antes de que se haya completado todas las iteraciones.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Ejemplo:</a:t>
            </a:r>
            <a:endParaRPr sz="2600" b="1"/>
          </a:p>
          <a:p>
            <a:pPr marL="0" lvl="0" indent="0" algn="l" rtl="0">
              <a:lnSpc>
                <a:spcPct val="100000"/>
              </a:lnSpc>
              <a:spcBef>
                <a:spcPts val="0"/>
              </a:spcBef>
              <a:spcAft>
                <a:spcPts val="0"/>
              </a:spcAft>
              <a:buClr>
                <a:schemeClr val="dk1"/>
              </a:buClr>
              <a:buSzPts val="1100"/>
              <a:buFont typeface="Arial"/>
              <a:buNone/>
            </a:pPr>
            <a:r>
              <a:rPr lang="es-ES" sz="2600"/>
              <a:t>for (let i = 0; i &lt; 10; i++) {</a:t>
            </a:r>
            <a:endParaRPr sz="2600"/>
          </a:p>
          <a:p>
            <a:pPr marL="0" lvl="0" indent="0" algn="l" rtl="0">
              <a:lnSpc>
                <a:spcPct val="100000"/>
              </a:lnSpc>
              <a:spcBef>
                <a:spcPts val="0"/>
              </a:spcBef>
              <a:spcAft>
                <a:spcPts val="0"/>
              </a:spcAft>
              <a:buClr>
                <a:schemeClr val="dk1"/>
              </a:buClr>
              <a:buSzPts val="1100"/>
              <a:buFont typeface="Arial"/>
              <a:buNone/>
            </a:pPr>
            <a:r>
              <a:rPr lang="es-ES" sz="2600"/>
              <a:t>  if (i === 5) {</a:t>
            </a:r>
            <a:endParaRPr sz="2600"/>
          </a:p>
          <a:p>
            <a:pPr marL="0" lvl="0" indent="0" algn="l" rtl="0">
              <a:lnSpc>
                <a:spcPct val="100000"/>
              </a:lnSpc>
              <a:spcBef>
                <a:spcPts val="0"/>
              </a:spcBef>
              <a:spcAft>
                <a:spcPts val="0"/>
              </a:spcAft>
              <a:buClr>
                <a:schemeClr val="dk1"/>
              </a:buClr>
              <a:buSzPts val="1100"/>
              <a:buFont typeface="Arial"/>
              <a:buNone/>
            </a:pPr>
            <a:r>
              <a:rPr lang="es-ES" sz="2600"/>
              <a:t>    break; // Sale del bucle cuando i es 5</a:t>
            </a:r>
            <a:endParaRPr sz="2600"/>
          </a:p>
          <a:p>
            <a:pPr marL="0" lvl="0" indent="0" algn="l" rtl="0">
              <a:lnSpc>
                <a:spcPct val="100000"/>
              </a:lnSpc>
              <a:spcBef>
                <a:spcPts val="0"/>
              </a:spcBef>
              <a:spcAft>
                <a:spcPts val="0"/>
              </a:spcAft>
              <a:buClr>
                <a:schemeClr val="dk1"/>
              </a:buClr>
              <a:buSzPts val="1100"/>
              <a:buFont typeface="Arial"/>
              <a:buNone/>
            </a:pPr>
            <a:r>
              <a:rPr lang="es-ES" sz="2600"/>
              <a:t>  }</a:t>
            </a:r>
            <a:endParaRPr sz="2600"/>
          </a:p>
          <a:p>
            <a:pPr marL="0" lvl="0" indent="0" algn="l" rtl="0">
              <a:lnSpc>
                <a:spcPct val="100000"/>
              </a:lnSpc>
              <a:spcBef>
                <a:spcPts val="0"/>
              </a:spcBef>
              <a:spcAft>
                <a:spcPts val="0"/>
              </a:spcAft>
              <a:buClr>
                <a:schemeClr val="dk1"/>
              </a:buClr>
              <a:buSzPts val="1100"/>
              <a:buFont typeface="Arial"/>
              <a:buNone/>
            </a:pPr>
            <a:r>
              <a:rPr lang="es-ES" sz="2600"/>
              <a:t>  console.log(i); // Imprime 0, 1, 2, 3, 4</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8"/>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s-ES"/>
              <a:t>Control de Bucles</a:t>
            </a:r>
            <a:endParaRPr/>
          </a:p>
        </p:txBody>
      </p:sp>
      <p:sp>
        <p:nvSpPr>
          <p:cNvPr id="563" name="Google Shape;563;p88"/>
          <p:cNvSpPr txBox="1">
            <a:spLocks noGrp="1"/>
          </p:cNvSpPr>
          <p:nvPr>
            <p:ph type="body" idx="1"/>
          </p:nvPr>
        </p:nvSpPr>
        <p:spPr>
          <a:xfrm>
            <a:off x="1057850" y="1439701"/>
            <a:ext cx="10805700" cy="492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La declaración </a:t>
            </a:r>
            <a:r>
              <a:rPr lang="es-ES" sz="2600" b="1"/>
              <a:t>continue </a:t>
            </a:r>
            <a:r>
              <a:rPr lang="es-ES" sz="2600"/>
              <a:t>se utiliza para saltar a la siguiente iteración del bucle, omitiendo el resto del código en la iteración actual.</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b="1"/>
              <a:t>Ejemplo:</a:t>
            </a:r>
            <a:endParaRPr sz="2600" b="1"/>
          </a:p>
          <a:p>
            <a:pPr marL="0" lvl="0" indent="0" algn="l" rtl="0">
              <a:lnSpc>
                <a:spcPct val="100000"/>
              </a:lnSpc>
              <a:spcBef>
                <a:spcPts val="0"/>
              </a:spcBef>
              <a:spcAft>
                <a:spcPts val="0"/>
              </a:spcAft>
              <a:buClr>
                <a:schemeClr val="dk1"/>
              </a:buClr>
              <a:buSzPts val="1100"/>
              <a:buFont typeface="Arial"/>
              <a:buNone/>
            </a:pPr>
            <a:r>
              <a:rPr lang="es-ES" sz="2600"/>
              <a:t>for (let i = 0; i &lt; 10; i++) {</a:t>
            </a:r>
            <a:endParaRPr sz="2600"/>
          </a:p>
          <a:p>
            <a:pPr marL="0" lvl="0" indent="0" algn="l" rtl="0">
              <a:lnSpc>
                <a:spcPct val="100000"/>
              </a:lnSpc>
              <a:spcBef>
                <a:spcPts val="0"/>
              </a:spcBef>
              <a:spcAft>
                <a:spcPts val="0"/>
              </a:spcAft>
              <a:buClr>
                <a:schemeClr val="dk1"/>
              </a:buClr>
              <a:buSzPts val="1100"/>
              <a:buFont typeface="Arial"/>
              <a:buNone/>
            </a:pPr>
            <a:r>
              <a:rPr lang="es-ES" sz="2600"/>
              <a:t>  if (i === 5) {</a:t>
            </a:r>
            <a:endParaRPr sz="2600"/>
          </a:p>
          <a:p>
            <a:pPr marL="0" lvl="0" indent="0" algn="l" rtl="0">
              <a:lnSpc>
                <a:spcPct val="100000"/>
              </a:lnSpc>
              <a:spcBef>
                <a:spcPts val="0"/>
              </a:spcBef>
              <a:spcAft>
                <a:spcPts val="0"/>
              </a:spcAft>
              <a:buClr>
                <a:schemeClr val="dk1"/>
              </a:buClr>
              <a:buSzPts val="1100"/>
              <a:buFont typeface="Arial"/>
              <a:buNone/>
            </a:pPr>
            <a:r>
              <a:rPr lang="es-ES" sz="2600"/>
              <a:t>    continue; // Salta la iteración cuando i es 5</a:t>
            </a:r>
            <a:endParaRPr sz="2600"/>
          </a:p>
          <a:p>
            <a:pPr marL="0" lvl="0" indent="0" algn="l" rtl="0">
              <a:lnSpc>
                <a:spcPct val="100000"/>
              </a:lnSpc>
              <a:spcBef>
                <a:spcPts val="0"/>
              </a:spcBef>
              <a:spcAft>
                <a:spcPts val="0"/>
              </a:spcAft>
              <a:buClr>
                <a:schemeClr val="dk1"/>
              </a:buClr>
              <a:buSzPts val="1100"/>
              <a:buFont typeface="Arial"/>
              <a:buNone/>
            </a:pPr>
            <a:r>
              <a:rPr lang="es-ES" sz="2600"/>
              <a:t>  }</a:t>
            </a:r>
            <a:endParaRPr sz="2600"/>
          </a:p>
          <a:p>
            <a:pPr marL="0" lvl="0" indent="0" algn="l" rtl="0">
              <a:lnSpc>
                <a:spcPct val="100000"/>
              </a:lnSpc>
              <a:spcBef>
                <a:spcPts val="0"/>
              </a:spcBef>
              <a:spcAft>
                <a:spcPts val="0"/>
              </a:spcAft>
              <a:buClr>
                <a:schemeClr val="dk1"/>
              </a:buClr>
              <a:buSzPts val="1100"/>
              <a:buFont typeface="Arial"/>
              <a:buNone/>
            </a:pPr>
            <a:r>
              <a:rPr lang="es-ES" sz="2600"/>
              <a:t>  console.log(i); // Imprime 0, 1, 2, 3, 4, 6, 7, 8, 9</a:t>
            </a:r>
            <a:endParaRPr sz="2600"/>
          </a:p>
          <a:p>
            <a:pPr marL="0" lvl="0" indent="0" algn="l" rtl="0">
              <a:lnSpc>
                <a:spcPct val="100000"/>
              </a:lnSpc>
              <a:spcBef>
                <a:spcPts val="0"/>
              </a:spcBef>
              <a:spcAft>
                <a:spcPts val="0"/>
              </a:spcAft>
              <a:buClr>
                <a:schemeClr val="dk1"/>
              </a:buClr>
              <a:buSzPts val="1100"/>
              <a:buFont typeface="Arial"/>
              <a:buNone/>
            </a:pPr>
            <a:r>
              <a:rPr lang="es-ES" sz="2600"/>
              <a:t>}</a:t>
            </a:r>
            <a:endParaRPr sz="26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Clr>
                <a:schemeClr val="dk1"/>
              </a:buClr>
              <a:buSzPts val="1100"/>
              <a:buFont typeface="Arial"/>
              <a:buNone/>
            </a:pPr>
            <a:endParaRPr sz="2400"/>
          </a:p>
          <a:p>
            <a:pPr marL="0" lvl="0" indent="0" algn="l" rtl="0">
              <a:lnSpc>
                <a:spcPct val="100000"/>
              </a:lnSpc>
              <a:spcBef>
                <a:spcPts val="0"/>
              </a:spcBef>
              <a:spcAft>
                <a:spcPts val="0"/>
              </a:spcAft>
              <a:buNone/>
            </a:pPr>
            <a:endParaRPr sz="24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89"/>
          <p:cNvSpPr txBox="1">
            <a:spLocks noGrp="1"/>
          </p:cNvSpPr>
          <p:nvPr>
            <p:ph type="title"/>
          </p:nvPr>
        </p:nvSpPr>
        <p:spPr>
          <a:xfrm>
            <a:off x="1251678" y="382385"/>
            <a:ext cx="10178400" cy="8511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ts val="990"/>
              <a:buFont typeface="Arial"/>
              <a:buNone/>
            </a:pPr>
            <a:r>
              <a:rPr lang="es-ES"/>
              <a:t>Función y Objetos: Ejercicio</a:t>
            </a:r>
            <a:endParaRPr/>
          </a:p>
          <a:p>
            <a:pPr marL="0" lvl="0" indent="0" algn="l" rtl="0">
              <a:spcBef>
                <a:spcPts val="0"/>
              </a:spcBef>
              <a:spcAft>
                <a:spcPts val="0"/>
              </a:spcAft>
              <a:buClr>
                <a:schemeClr val="dk1"/>
              </a:buClr>
              <a:buSzPts val="990"/>
              <a:buFont typeface="Arial"/>
              <a:buNone/>
            </a:pPr>
            <a:endParaRPr/>
          </a:p>
        </p:txBody>
      </p:sp>
      <p:sp>
        <p:nvSpPr>
          <p:cNvPr id="569" name="Google Shape;569;p89"/>
          <p:cNvSpPr txBox="1">
            <a:spLocks noGrp="1"/>
          </p:cNvSpPr>
          <p:nvPr>
            <p:ph type="body" idx="1"/>
          </p:nvPr>
        </p:nvSpPr>
        <p:spPr>
          <a:xfrm>
            <a:off x="1057850" y="1439699"/>
            <a:ext cx="10805700" cy="5418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sz="2600"/>
              <a:t>Al ejercicio de tienda propuesto para la creación de un objeto en JavaScript</a:t>
            </a:r>
            <a:endParaRPr sz="2600"/>
          </a:p>
          <a:p>
            <a:pPr marL="0" lvl="0" indent="0" algn="l" rtl="0">
              <a:lnSpc>
                <a:spcPct val="100000"/>
              </a:lnSpc>
              <a:spcBef>
                <a:spcPts val="0"/>
              </a:spcBef>
              <a:spcAft>
                <a:spcPts val="0"/>
              </a:spcAft>
              <a:buClr>
                <a:schemeClr val="dk1"/>
              </a:buClr>
              <a:buSzPts val="1100"/>
              <a:buFont typeface="Arial"/>
              <a:buNone/>
            </a:pPr>
            <a:r>
              <a:rPr lang="es-ES" sz="2600"/>
              <a:t>agrega una función al objeto tienda llamada mostrarProductos.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Esta función debe recorrer el array de productos y mostrar el nombre y el precio de cada producto en la consola en el siguiente formato:</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r>
              <a:rPr lang="es-ES" sz="2600"/>
              <a:t>Usa el método for para recorrer el array de productos.</a:t>
            </a: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Clr>
                <a:schemeClr val="dk1"/>
              </a:buClr>
              <a:buSzPts val="1100"/>
              <a:buFont typeface="Arial"/>
              <a:buNone/>
            </a:pPr>
            <a:endParaRPr sz="2600"/>
          </a:p>
          <a:p>
            <a:pPr marL="0" lvl="0" indent="0" algn="l" rtl="0">
              <a:lnSpc>
                <a:spcPct val="100000"/>
              </a:lnSpc>
              <a:spcBef>
                <a:spcPts val="0"/>
              </a:spcBef>
              <a:spcAft>
                <a:spcPts val="0"/>
              </a:spcAft>
              <a:buNone/>
            </a:pPr>
            <a:endParaRPr sz="2400"/>
          </a:p>
        </p:txBody>
      </p:sp>
    </p:spTree>
  </p:cSld>
  <p:clrMapOvr>
    <a:masterClrMapping/>
  </p:clrMapOvr>
</p:sld>
</file>

<file path=ppt/theme/theme1.xml><?xml version="1.0" encoding="utf-8"?>
<a:theme xmlns:a="http://schemas.openxmlformats.org/drawingml/2006/main" name="Distintivo">
  <a:themeElements>
    <a:clrScheme name="Badge">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77</Slides>
  <Notes>77</Notes>
  <HiddenSlides>0</HiddenSlides>
  <ScaleCrop>false</ScaleCrop>
  <HeadingPairs>
    <vt:vector size="4" baseType="variant">
      <vt:variant>
        <vt:lpstr>Tema</vt:lpstr>
      </vt:variant>
      <vt:variant>
        <vt:i4>1</vt:i4>
      </vt:variant>
      <vt:variant>
        <vt:lpstr>Títulos de diapositiva</vt:lpstr>
      </vt:variant>
      <vt:variant>
        <vt:i4>77</vt:i4>
      </vt:variant>
    </vt:vector>
  </HeadingPairs>
  <TitlesOfParts>
    <vt:vector size="78" baseType="lpstr">
      <vt:lpstr>Distintivo</vt:lpstr>
      <vt:lpstr>Introducción a Javascript</vt:lpstr>
      <vt:lpstr>Lenguajes para el desarrollo de páginas web</vt:lpstr>
      <vt:lpstr>Lenguajes para el desarrollo de páginas web</vt:lpstr>
      <vt:lpstr>¿Qué es JavaScript?</vt:lpstr>
      <vt:lpstr>¿Realmente es Javascript un lenguaje interpretado?  </vt:lpstr>
      <vt:lpstr>Orientado a objetos</vt:lpstr>
      <vt:lpstr>¿Por qué es débilmente tipado?</vt:lpstr>
      <vt:lpstr>¿Por qué decimos que Javascript es un lenguaje dinámico?</vt:lpstr>
      <vt:lpstr>¿Por qué decimos que Javascript es un lenguaje dinámico?</vt:lpstr>
      <vt:lpstr>Primeros pasos Javascript</vt:lpstr>
      <vt:lpstr>Primeros pasos Javascript</vt:lpstr>
      <vt:lpstr>Primeros pasos Javascript</vt:lpstr>
      <vt:lpstr>Primeros pasos Javascript</vt:lpstr>
      <vt:lpstr>Primeros pasos Javascript</vt:lpstr>
      <vt:lpstr>Primeros pasos Javascript</vt:lpstr>
      <vt:lpstr>Sintaxis Básica de JavaScript</vt:lpstr>
      <vt:lpstr>Variables</vt:lpstr>
      <vt:lpstr>Variables</vt:lpstr>
      <vt:lpstr>Variables</vt:lpstr>
      <vt:lpstr>Variables</vt:lpstr>
      <vt:lpstr>Variables</vt:lpstr>
      <vt:lpstr>Variables</vt:lpstr>
      <vt:lpstr>Constantes</vt:lpstr>
      <vt:lpstr>Tipos de datos primitivos</vt:lpstr>
      <vt:lpstr>number</vt:lpstr>
      <vt:lpstr>string</vt:lpstr>
      <vt:lpstr>boolean</vt:lpstr>
      <vt:lpstr>null y undefined</vt:lpstr>
      <vt:lpstr>Resumen</vt:lpstr>
      <vt:lpstr>Operadores</vt:lpstr>
      <vt:lpstr>Operadores Aritméticos</vt:lpstr>
      <vt:lpstr>Ejemplo de operadores aritméticos</vt:lpstr>
      <vt:lpstr>Operadores de Asignación</vt:lpstr>
      <vt:lpstr>Ejemplo de operadores de asignación</vt:lpstr>
      <vt:lpstr>Operadores de Comparación</vt:lpstr>
      <vt:lpstr>Ejemplo de operadores de comparación</vt:lpstr>
      <vt:lpstr>Operadores Lógicos</vt:lpstr>
      <vt:lpstr>Ejemplo de operadores lógicos</vt:lpstr>
      <vt:lpstr>Operadores de Cadena (String)</vt:lpstr>
      <vt:lpstr>Ejemplo</vt:lpstr>
      <vt:lpstr>Ejercicio</vt:lpstr>
      <vt:lpstr>Resolución</vt:lpstr>
      <vt:lpstr>Tipos de datos no primitivos</vt:lpstr>
      <vt:lpstr>Arreglos (Array)</vt:lpstr>
      <vt:lpstr>Objeto</vt:lpstr>
      <vt:lpstr>Objeto</vt:lpstr>
      <vt:lpstr>Objeto</vt:lpstr>
      <vt:lpstr>Objeto</vt:lpstr>
      <vt:lpstr>Función</vt:lpstr>
      <vt:lpstr>Función</vt:lpstr>
      <vt:lpstr>Función</vt:lpstr>
      <vt:lpstr>Función</vt:lpstr>
      <vt:lpstr>Creación de objeto</vt:lpstr>
      <vt:lpstr>Creación de objeto</vt:lpstr>
      <vt:lpstr>Creación de objeto</vt:lpstr>
      <vt:lpstr>Estructuras de Control</vt:lpstr>
      <vt:lpstr>Estructuras de Control</vt:lpstr>
      <vt:lpstr>Condicionales</vt:lpstr>
      <vt:lpstr>If else</vt:lpstr>
      <vt:lpstr>If else</vt:lpstr>
      <vt:lpstr>Ejercicio</vt:lpstr>
      <vt:lpstr>Resolución</vt:lpstr>
      <vt:lpstr>Ejercicio</vt:lpstr>
      <vt:lpstr>Resolución</vt:lpstr>
      <vt:lpstr>Operador Ternario</vt:lpstr>
      <vt:lpstr>Switch</vt:lpstr>
      <vt:lpstr>Switch</vt:lpstr>
      <vt:lpstr>Ciclos</vt:lpstr>
      <vt:lpstr>While</vt:lpstr>
      <vt:lpstr>While</vt:lpstr>
      <vt:lpstr>do...while</vt:lpstr>
      <vt:lpstr>For</vt:lpstr>
      <vt:lpstr>for...in</vt:lpstr>
      <vt:lpstr>for...of</vt:lpstr>
      <vt:lpstr>Control de Bucles</vt:lpstr>
      <vt:lpstr>Control de Bucles</vt:lpstr>
      <vt:lpstr>Función y Objetos: Ejercicio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2025-03-21T15:59:14Z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etDate">
    <vt:lpwstr>2025-03-21T15:53:48Z</vt:lpwstr>
  </property>
  <property fmtid="{D5CDD505-2E9C-101B-9397-08002B2CF9AE}" pid="4" name="MSIP_Label_0c2abd79-57a9-4473-8700-c843f76a1e37_Method">
    <vt:lpwstr>Privileged</vt:lpwstr>
  </property>
  <property fmtid="{D5CDD505-2E9C-101B-9397-08002B2CF9AE}" pid="5" name="MSIP_Label_0c2abd79-57a9-4473-8700-c843f76a1e37_Name">
    <vt:lpwstr>Internal</vt:lpwstr>
  </property>
  <property fmtid="{D5CDD505-2E9C-101B-9397-08002B2CF9AE}" pid="6" name="MSIP_Label_0c2abd79-57a9-4473-8700-c843f76a1e37_SiteId">
    <vt:lpwstr>35595a02-4d6d-44ac-99e1-f9ab4cd872db</vt:lpwstr>
  </property>
  <property fmtid="{D5CDD505-2E9C-101B-9397-08002B2CF9AE}" pid="7" name="MSIP_Label_0c2abd79-57a9-4473-8700-c843f76a1e37_ActionId">
    <vt:lpwstr>047b6ae3-7d74-43f4-8d5c-d0cdb73728d9</vt:lpwstr>
  </property>
  <property fmtid="{D5CDD505-2E9C-101B-9397-08002B2CF9AE}" pid="8" name="MSIP_Label_0c2abd79-57a9-4473-8700-c843f76a1e37_ContentBits">
    <vt:lpwstr>0</vt:lpwstr>
  </property>
  <property fmtid="{D5CDD505-2E9C-101B-9397-08002B2CF9AE}" pid="9" name="MSIP_Label_0c2abd79-57a9-4473-8700-c843f76a1e37_Tag">
    <vt:lpwstr>10, 0, 1, 2</vt:lpwstr>
  </property>
</Properties>
</file>